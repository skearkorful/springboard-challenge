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6" d="100"/>
          <a:sy n="66" d="100"/>
        </p:scale>
        <p:origin x="66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KORFUL S. KOBINA EBO" userId="adda195f3cc4306c" providerId="LiveId" clId="{045C9616-7DDB-451D-A9FF-4A698829F34D}"/>
    <pc:docChg chg="undo redo custSel delSld modSld">
      <pc:chgData name="ARKORFUL S. KOBINA EBO" userId="adda195f3cc4306c" providerId="LiveId" clId="{045C9616-7DDB-451D-A9FF-4A698829F34D}" dt="2025-12-04T19:19:49.890" v="953" actId="5793"/>
      <pc:docMkLst>
        <pc:docMk/>
      </pc:docMkLst>
      <pc:sldChg chg="addSp delSp modSp mod setBg">
        <pc:chgData name="ARKORFUL S. KOBINA EBO" userId="adda195f3cc4306c" providerId="LiveId" clId="{045C9616-7DDB-451D-A9FF-4A698829F34D}" dt="2025-12-04T18:29:17.949" v="410" actId="14100"/>
        <pc:sldMkLst>
          <pc:docMk/>
          <pc:sldMk cId="3188032375" sldId="256"/>
        </pc:sldMkLst>
        <pc:spChg chg="mod">
          <ac:chgData name="ARKORFUL S. KOBINA EBO" userId="adda195f3cc4306c" providerId="LiveId" clId="{045C9616-7DDB-451D-A9FF-4A698829F34D}" dt="2025-12-04T17:58:13.056" v="282" actId="14100"/>
          <ac:spMkLst>
            <pc:docMk/>
            <pc:sldMk cId="3188032375" sldId="256"/>
            <ac:spMk id="2" creationId="{BCF371FC-1CAF-7BE9-B776-45BA46726F90}"/>
          </ac:spMkLst>
        </pc:spChg>
        <pc:spChg chg="mod">
          <ac:chgData name="ARKORFUL S. KOBINA EBO" userId="adda195f3cc4306c" providerId="LiveId" clId="{045C9616-7DDB-451D-A9FF-4A698829F34D}" dt="2025-12-04T18:29:17.949" v="410" actId="14100"/>
          <ac:spMkLst>
            <pc:docMk/>
            <pc:sldMk cId="3188032375" sldId="256"/>
            <ac:spMk id="3" creationId="{A464F51F-EFC3-891A-B011-CEE708700F97}"/>
          </ac:spMkLst>
        </pc:spChg>
        <pc:spChg chg="add del">
          <ac:chgData name="ARKORFUL S. KOBINA EBO" userId="adda195f3cc4306c" providerId="LiveId" clId="{045C9616-7DDB-451D-A9FF-4A698829F34D}" dt="2025-12-04T17:46:20.932" v="218" actId="26606"/>
          <ac:spMkLst>
            <pc:docMk/>
            <pc:sldMk cId="3188032375" sldId="256"/>
            <ac:spMk id="8" creationId="{DBF61EA3-B236-439E-9C0B-340980D56BEE}"/>
          </ac:spMkLst>
        </pc:spChg>
        <pc:spChg chg="add del">
          <ac:chgData name="ARKORFUL S. KOBINA EBO" userId="adda195f3cc4306c" providerId="LiveId" clId="{045C9616-7DDB-451D-A9FF-4A698829F34D}" dt="2025-12-04T17:46:20.932" v="218" actId="26606"/>
          <ac:spMkLst>
            <pc:docMk/>
            <pc:sldMk cId="3188032375" sldId="256"/>
            <ac:spMk id="14" creationId="{E659831F-0D9A-4C63-9EBB-8435B85A440F}"/>
          </ac:spMkLst>
        </pc:spChg>
        <pc:grpChg chg="add del">
          <ac:chgData name="ARKORFUL S. KOBINA EBO" userId="adda195f3cc4306c" providerId="LiveId" clId="{045C9616-7DDB-451D-A9FF-4A698829F34D}" dt="2025-12-04T17:46:20.932" v="218" actId="26606"/>
          <ac:grpSpMkLst>
            <pc:docMk/>
            <pc:sldMk cId="3188032375" sldId="256"/>
            <ac:grpSpMk id="10" creationId="{28FAF094-D087-493F-8DF9-A486C2D6BBAA}"/>
          </ac:grpSpMkLst>
        </pc:grpChg>
      </pc:sldChg>
      <pc:sldChg chg="addSp modSp mod setBg">
        <pc:chgData name="ARKORFUL S. KOBINA EBO" userId="adda195f3cc4306c" providerId="LiveId" clId="{045C9616-7DDB-451D-A9FF-4A698829F34D}" dt="2025-12-04T18:24:34.742" v="406" actId="20577"/>
        <pc:sldMkLst>
          <pc:docMk/>
          <pc:sldMk cId="1909499308" sldId="257"/>
        </pc:sldMkLst>
        <pc:spChg chg="mod">
          <ac:chgData name="ARKORFUL S. KOBINA EBO" userId="adda195f3cc4306c" providerId="LiveId" clId="{045C9616-7DDB-451D-A9FF-4A698829F34D}" dt="2025-12-04T17:46:37.939" v="219" actId="26606"/>
          <ac:spMkLst>
            <pc:docMk/>
            <pc:sldMk cId="1909499308" sldId="257"/>
            <ac:spMk id="2" creationId="{C87D73C0-FAF0-F2FA-3788-CFE51C10E8CB}"/>
          </ac:spMkLst>
        </pc:spChg>
        <pc:spChg chg="mod">
          <ac:chgData name="ARKORFUL S. KOBINA EBO" userId="adda195f3cc4306c" providerId="LiveId" clId="{045C9616-7DDB-451D-A9FF-4A698829F34D}" dt="2025-12-04T18:24:34.742" v="406" actId="20577"/>
          <ac:spMkLst>
            <pc:docMk/>
            <pc:sldMk cId="1909499308" sldId="257"/>
            <ac:spMk id="3" creationId="{0BC4FEE4-5076-C11F-730B-E1C0927E62A9}"/>
          </ac:spMkLst>
        </pc:spChg>
        <pc:spChg chg="add">
          <ac:chgData name="ARKORFUL S. KOBINA EBO" userId="adda195f3cc4306c" providerId="LiveId" clId="{045C9616-7DDB-451D-A9FF-4A698829F34D}" dt="2025-12-04T17:46:37.939" v="219" actId="26606"/>
          <ac:spMkLst>
            <pc:docMk/>
            <pc:sldMk cId="1909499308" sldId="257"/>
            <ac:spMk id="8" creationId="{DBF61EA3-B236-439E-9C0B-340980D56BEE}"/>
          </ac:spMkLst>
        </pc:spChg>
        <pc:spChg chg="add">
          <ac:chgData name="ARKORFUL S. KOBINA EBO" userId="adda195f3cc4306c" providerId="LiveId" clId="{045C9616-7DDB-451D-A9FF-4A698829F34D}" dt="2025-12-04T17:46:37.939" v="219" actId="26606"/>
          <ac:spMkLst>
            <pc:docMk/>
            <pc:sldMk cId="1909499308" sldId="257"/>
            <ac:spMk id="14" creationId="{E659831F-0D9A-4C63-9EBB-8435B85A440F}"/>
          </ac:spMkLst>
        </pc:spChg>
        <pc:grpChg chg="add">
          <ac:chgData name="ARKORFUL S. KOBINA EBO" userId="adda195f3cc4306c" providerId="LiveId" clId="{045C9616-7DDB-451D-A9FF-4A698829F34D}" dt="2025-12-04T17:46:37.939" v="219" actId="26606"/>
          <ac:grpSpMkLst>
            <pc:docMk/>
            <pc:sldMk cId="1909499308" sldId="257"/>
            <ac:grpSpMk id="10" creationId="{28FAF094-D087-493F-8DF9-A486C2D6BBAA}"/>
          </ac:grpSpMkLst>
        </pc:grpChg>
      </pc:sldChg>
      <pc:sldChg chg="del">
        <pc:chgData name="ARKORFUL S. KOBINA EBO" userId="adda195f3cc4306c" providerId="LiveId" clId="{045C9616-7DDB-451D-A9FF-4A698829F34D}" dt="2025-12-04T17:22:46.590" v="23" actId="2696"/>
        <pc:sldMkLst>
          <pc:docMk/>
          <pc:sldMk cId="2348313797" sldId="258"/>
        </pc:sldMkLst>
      </pc:sldChg>
      <pc:sldChg chg="addSp delSp modSp mod setBg">
        <pc:chgData name="ARKORFUL S. KOBINA EBO" userId="adda195f3cc4306c" providerId="LiveId" clId="{045C9616-7DDB-451D-A9FF-4A698829F34D}" dt="2025-12-04T18:57:46.244" v="564" actId="20577"/>
        <pc:sldMkLst>
          <pc:docMk/>
          <pc:sldMk cId="1117270794" sldId="259"/>
        </pc:sldMkLst>
        <pc:spChg chg="mod">
          <ac:chgData name="ARKORFUL S. KOBINA EBO" userId="adda195f3cc4306c" providerId="LiveId" clId="{045C9616-7DDB-451D-A9FF-4A698829F34D}" dt="2025-12-04T17:55:43.847" v="275" actId="255"/>
          <ac:spMkLst>
            <pc:docMk/>
            <pc:sldMk cId="1117270794" sldId="259"/>
            <ac:spMk id="2" creationId="{FD1667BF-F264-FBF1-C6CB-BE1C8CBD876E}"/>
          </ac:spMkLst>
        </pc:spChg>
        <pc:spChg chg="mod">
          <ac:chgData name="ARKORFUL S. KOBINA EBO" userId="adda195f3cc4306c" providerId="LiveId" clId="{045C9616-7DDB-451D-A9FF-4A698829F34D}" dt="2025-12-04T18:57:46.244" v="564" actId="20577"/>
          <ac:spMkLst>
            <pc:docMk/>
            <pc:sldMk cId="1117270794" sldId="259"/>
            <ac:spMk id="3" creationId="{0A7E8CF2-B98D-3BF7-7359-16D91611ACEB}"/>
          </ac:spMkLst>
        </pc:spChg>
        <pc:spChg chg="add del">
          <ac:chgData name="ARKORFUL S. KOBINA EBO" userId="adda195f3cc4306c" providerId="LiveId" clId="{045C9616-7DDB-451D-A9FF-4A698829F34D}" dt="2025-12-04T17:44:24.252" v="201" actId="26606"/>
          <ac:spMkLst>
            <pc:docMk/>
            <pc:sldMk cId="1117270794" sldId="259"/>
            <ac:spMk id="11" creationId="{058A14AF-9FB5-4CC7-BA35-E8E85D3EDF0E}"/>
          </ac:spMkLst>
        </pc:spChg>
        <pc:spChg chg="add del">
          <ac:chgData name="ARKORFUL S. KOBINA EBO" userId="adda195f3cc4306c" providerId="LiveId" clId="{045C9616-7DDB-451D-A9FF-4A698829F34D}" dt="2025-12-04T17:44:24.252" v="201" actId="26606"/>
          <ac:spMkLst>
            <pc:docMk/>
            <pc:sldMk cId="1117270794" sldId="259"/>
            <ac:spMk id="13" creationId="{3A9A4357-BD1D-4622-A4FE-766E6AB8DE84}"/>
          </ac:spMkLst>
        </pc:spChg>
        <pc:spChg chg="add del">
          <ac:chgData name="ARKORFUL S. KOBINA EBO" userId="adda195f3cc4306c" providerId="LiveId" clId="{045C9616-7DDB-451D-A9FF-4A698829F34D}" dt="2025-12-04T17:44:24.252" v="201" actId="26606"/>
          <ac:spMkLst>
            <pc:docMk/>
            <pc:sldMk cId="1117270794" sldId="259"/>
            <ac:spMk id="15" creationId="{E659831F-0D9A-4C63-9EBB-8435B85A440F}"/>
          </ac:spMkLst>
        </pc:spChg>
        <pc:spChg chg="add del">
          <ac:chgData name="ARKORFUL S. KOBINA EBO" userId="adda195f3cc4306c" providerId="LiveId" clId="{045C9616-7DDB-451D-A9FF-4A698829F34D}" dt="2025-12-04T17:44:24.252" v="201" actId="26606"/>
          <ac:spMkLst>
            <pc:docMk/>
            <pc:sldMk cId="1117270794" sldId="259"/>
            <ac:spMk id="17" creationId="{E6995CE5-F890-4ABA-82A2-26507CE8D2A3}"/>
          </ac:spMkLst>
        </pc:spChg>
        <pc:spChg chg="add del">
          <ac:chgData name="ARKORFUL S. KOBINA EBO" userId="adda195f3cc4306c" providerId="LiveId" clId="{045C9616-7DDB-451D-A9FF-4A698829F34D}" dt="2025-12-04T17:43:10.647" v="186" actId="26606"/>
          <ac:spMkLst>
            <pc:docMk/>
            <pc:sldMk cId="1117270794" sldId="259"/>
            <ac:spMk id="22" creationId="{743AA782-23D1-4521-8CAD-47662984AA08}"/>
          </ac:spMkLst>
        </pc:spChg>
        <pc:spChg chg="add del">
          <ac:chgData name="ARKORFUL S. KOBINA EBO" userId="adda195f3cc4306c" providerId="LiveId" clId="{045C9616-7DDB-451D-A9FF-4A698829F34D}" dt="2025-12-04T17:43:10.647" v="186" actId="26606"/>
          <ac:spMkLst>
            <pc:docMk/>
            <pc:sldMk cId="1117270794" sldId="259"/>
            <ac:spMk id="24" creationId="{71877DBC-BB60-40F0-AC93-2ACDBAAE60CE}"/>
          </ac:spMkLst>
        </pc:spChg>
        <pc:spChg chg="add del">
          <ac:chgData name="ARKORFUL S. KOBINA EBO" userId="adda195f3cc4306c" providerId="LiveId" clId="{045C9616-7DDB-451D-A9FF-4A698829F34D}" dt="2025-12-04T17:43:22.303" v="188" actId="26606"/>
          <ac:spMkLst>
            <pc:docMk/>
            <pc:sldMk cId="1117270794" sldId="259"/>
            <ac:spMk id="26" creationId="{9A0D773F-7A7D-4DBB-9DEA-86BB8B8F4BC8}"/>
          </ac:spMkLst>
        </pc:spChg>
        <pc:spChg chg="add del">
          <ac:chgData name="ARKORFUL S. KOBINA EBO" userId="adda195f3cc4306c" providerId="LiveId" clId="{045C9616-7DDB-451D-A9FF-4A698829F34D}" dt="2025-12-04T17:43:22.303" v="188" actId="26606"/>
          <ac:spMkLst>
            <pc:docMk/>
            <pc:sldMk cId="1117270794" sldId="259"/>
            <ac:spMk id="27" creationId="{7FF47CB7-972F-479F-A36D-9E72D26EC8DA}"/>
          </ac:spMkLst>
        </pc:spChg>
        <pc:spChg chg="add del">
          <ac:chgData name="ARKORFUL S. KOBINA EBO" userId="adda195f3cc4306c" providerId="LiveId" clId="{045C9616-7DDB-451D-A9FF-4A698829F34D}" dt="2025-12-04T17:43:22.303" v="188" actId="26606"/>
          <ac:spMkLst>
            <pc:docMk/>
            <pc:sldMk cId="1117270794" sldId="259"/>
            <ac:spMk id="28" creationId="{0D153B68-5844-490D-8E67-F616D6D721CA}"/>
          </ac:spMkLst>
        </pc:spChg>
        <pc:spChg chg="add del">
          <ac:chgData name="ARKORFUL S. KOBINA EBO" userId="adda195f3cc4306c" providerId="LiveId" clId="{045C9616-7DDB-451D-A9FF-4A698829F34D}" dt="2025-12-04T17:43:27.599" v="190" actId="26606"/>
          <ac:spMkLst>
            <pc:docMk/>
            <pc:sldMk cId="1117270794" sldId="259"/>
            <ac:spMk id="30" creationId="{C13237C8-E62C-4F0D-A318-BD6FB6C2D138}"/>
          </ac:spMkLst>
        </pc:spChg>
        <pc:spChg chg="add del">
          <ac:chgData name="ARKORFUL S. KOBINA EBO" userId="adda195f3cc4306c" providerId="LiveId" clId="{045C9616-7DDB-451D-A9FF-4A698829F34D}" dt="2025-12-04T17:43:27.599" v="190" actId="26606"/>
          <ac:spMkLst>
            <pc:docMk/>
            <pc:sldMk cId="1117270794" sldId="259"/>
            <ac:spMk id="31" creationId="{201CC55D-ED54-4C5C-95E6-10947BD1103B}"/>
          </ac:spMkLst>
        </pc:spChg>
        <pc:spChg chg="add del">
          <ac:chgData name="ARKORFUL S. KOBINA EBO" userId="adda195f3cc4306c" providerId="LiveId" clId="{045C9616-7DDB-451D-A9FF-4A698829F34D}" dt="2025-12-04T17:43:27.599" v="190" actId="26606"/>
          <ac:spMkLst>
            <pc:docMk/>
            <pc:sldMk cId="1117270794" sldId="259"/>
            <ac:spMk id="32" creationId="{19C9EAEA-39D0-4B0E-A0EB-51E7B26740B1}"/>
          </ac:spMkLst>
        </pc:spChg>
        <pc:spChg chg="add del">
          <ac:chgData name="ARKORFUL S. KOBINA EBO" userId="adda195f3cc4306c" providerId="LiveId" clId="{045C9616-7DDB-451D-A9FF-4A698829F34D}" dt="2025-12-04T17:43:27.599" v="190" actId="26606"/>
          <ac:spMkLst>
            <pc:docMk/>
            <pc:sldMk cId="1117270794" sldId="259"/>
            <ac:spMk id="35" creationId="{3873B707-463F-40B0-8227-E8CC6C67EB25}"/>
          </ac:spMkLst>
        </pc:spChg>
        <pc:spChg chg="add del">
          <ac:chgData name="ARKORFUL S. KOBINA EBO" userId="adda195f3cc4306c" providerId="LiveId" clId="{045C9616-7DDB-451D-A9FF-4A698829F34D}" dt="2025-12-04T17:43:34.673" v="192" actId="26606"/>
          <ac:spMkLst>
            <pc:docMk/>
            <pc:sldMk cId="1117270794" sldId="259"/>
            <ac:spMk id="37" creationId="{743AA782-23D1-4521-8CAD-47662984AA08}"/>
          </ac:spMkLst>
        </pc:spChg>
        <pc:spChg chg="add del">
          <ac:chgData name="ARKORFUL S. KOBINA EBO" userId="adda195f3cc4306c" providerId="LiveId" clId="{045C9616-7DDB-451D-A9FF-4A698829F34D}" dt="2025-12-04T17:43:34.673" v="192" actId="26606"/>
          <ac:spMkLst>
            <pc:docMk/>
            <pc:sldMk cId="1117270794" sldId="259"/>
            <ac:spMk id="38" creationId="{650D18FE-0824-4A46-B22C-A86B52E5780A}"/>
          </ac:spMkLst>
        </pc:spChg>
        <pc:spChg chg="add del">
          <ac:chgData name="ARKORFUL S. KOBINA EBO" userId="adda195f3cc4306c" providerId="LiveId" clId="{045C9616-7DDB-451D-A9FF-4A698829F34D}" dt="2025-12-04T17:43:37.630" v="194" actId="26606"/>
          <ac:spMkLst>
            <pc:docMk/>
            <pc:sldMk cId="1117270794" sldId="259"/>
            <ac:spMk id="40" creationId="{1E020063-2385-44AC-BD67-258E1F0B9FCE}"/>
          </ac:spMkLst>
        </pc:spChg>
        <pc:spChg chg="add del">
          <ac:chgData name="ARKORFUL S. KOBINA EBO" userId="adda195f3cc4306c" providerId="LiveId" clId="{045C9616-7DDB-451D-A9FF-4A698829F34D}" dt="2025-12-04T17:43:37.630" v="194" actId="26606"/>
          <ac:spMkLst>
            <pc:docMk/>
            <pc:sldMk cId="1117270794" sldId="259"/>
            <ac:spMk id="41" creationId="{7E014A0B-5338-4077-AFE9-A90D04D4492B}"/>
          </ac:spMkLst>
        </pc:spChg>
        <pc:spChg chg="add del">
          <ac:chgData name="ARKORFUL S. KOBINA EBO" userId="adda195f3cc4306c" providerId="LiveId" clId="{045C9616-7DDB-451D-A9FF-4A698829F34D}" dt="2025-12-04T17:43:44.777" v="196" actId="26606"/>
          <ac:spMkLst>
            <pc:docMk/>
            <pc:sldMk cId="1117270794" sldId="259"/>
            <ac:spMk id="50" creationId="{5AA03EDC-7067-4DFF-B672-541D016AAAB8}"/>
          </ac:spMkLst>
        </pc:spChg>
        <pc:spChg chg="add del">
          <ac:chgData name="ARKORFUL S. KOBINA EBO" userId="adda195f3cc4306c" providerId="LiveId" clId="{045C9616-7DDB-451D-A9FF-4A698829F34D}" dt="2025-12-04T17:43:44.777" v="196" actId="26606"/>
          <ac:spMkLst>
            <pc:docMk/>
            <pc:sldMk cId="1117270794" sldId="259"/>
            <ac:spMk id="51" creationId="{0EBF3E39-B0BE-496A-8604-9007470FFA3A}"/>
          </ac:spMkLst>
        </pc:spChg>
        <pc:spChg chg="add del">
          <ac:chgData name="ARKORFUL S. KOBINA EBO" userId="adda195f3cc4306c" providerId="LiveId" clId="{045C9616-7DDB-451D-A9FF-4A698829F34D}" dt="2025-12-04T17:44:12.135" v="198" actId="26606"/>
          <ac:spMkLst>
            <pc:docMk/>
            <pc:sldMk cId="1117270794" sldId="259"/>
            <ac:spMk id="54" creationId="{169CC832-2974-4E8D-90ED-3E2941BA7336}"/>
          </ac:spMkLst>
        </pc:spChg>
        <pc:spChg chg="add del">
          <ac:chgData name="ARKORFUL S. KOBINA EBO" userId="adda195f3cc4306c" providerId="LiveId" clId="{045C9616-7DDB-451D-A9FF-4A698829F34D}" dt="2025-12-04T17:44:12.135" v="198" actId="26606"/>
          <ac:spMkLst>
            <pc:docMk/>
            <pc:sldMk cId="1117270794" sldId="259"/>
            <ac:spMk id="55" creationId="{55222F96-971A-4F90-B841-6BAB416C7AC1}"/>
          </ac:spMkLst>
        </pc:spChg>
        <pc:spChg chg="add del">
          <ac:chgData name="ARKORFUL S. KOBINA EBO" userId="adda195f3cc4306c" providerId="LiveId" clId="{045C9616-7DDB-451D-A9FF-4A698829F34D}" dt="2025-12-04T17:44:12.135" v="198" actId="26606"/>
          <ac:spMkLst>
            <pc:docMk/>
            <pc:sldMk cId="1117270794" sldId="259"/>
            <ac:spMk id="56" creationId="{08980754-6F4B-43C9-B9BE-127B6BED6586}"/>
          </ac:spMkLst>
        </pc:spChg>
        <pc:spChg chg="add del">
          <ac:chgData name="ARKORFUL S. KOBINA EBO" userId="adda195f3cc4306c" providerId="LiveId" clId="{045C9616-7DDB-451D-A9FF-4A698829F34D}" dt="2025-12-04T17:44:12.135" v="198" actId="26606"/>
          <ac:spMkLst>
            <pc:docMk/>
            <pc:sldMk cId="1117270794" sldId="259"/>
            <ac:spMk id="57" creationId="{2C1BBA94-3F40-40AA-8BB9-E69E25E537C1}"/>
          </ac:spMkLst>
        </pc:spChg>
        <pc:spChg chg="add del">
          <ac:chgData name="ARKORFUL S. KOBINA EBO" userId="adda195f3cc4306c" providerId="LiveId" clId="{045C9616-7DDB-451D-A9FF-4A698829F34D}" dt="2025-12-04T17:44:24.245" v="200" actId="26606"/>
          <ac:spMkLst>
            <pc:docMk/>
            <pc:sldMk cId="1117270794" sldId="259"/>
            <ac:spMk id="59" creationId="{5AA03EDC-7067-4DFF-B672-541D016AAAB8}"/>
          </ac:spMkLst>
        </pc:spChg>
        <pc:spChg chg="add del">
          <ac:chgData name="ARKORFUL S. KOBINA EBO" userId="adda195f3cc4306c" providerId="LiveId" clId="{045C9616-7DDB-451D-A9FF-4A698829F34D}" dt="2025-12-04T17:44:24.245" v="200" actId="26606"/>
          <ac:spMkLst>
            <pc:docMk/>
            <pc:sldMk cId="1117270794" sldId="259"/>
            <ac:spMk id="60" creationId="{0EBF3E39-B0BE-496A-8604-9007470FFA3A}"/>
          </ac:spMkLst>
        </pc:spChg>
        <pc:spChg chg="add">
          <ac:chgData name="ARKORFUL S. KOBINA EBO" userId="adda195f3cc4306c" providerId="LiveId" clId="{045C9616-7DDB-451D-A9FF-4A698829F34D}" dt="2025-12-04T17:44:24.252" v="201" actId="26606"/>
          <ac:spMkLst>
            <pc:docMk/>
            <pc:sldMk cId="1117270794" sldId="259"/>
            <ac:spMk id="62" creationId="{058A14AF-9FB5-4CC7-BA35-E8E85D3EDF0E}"/>
          </ac:spMkLst>
        </pc:spChg>
        <pc:spChg chg="add">
          <ac:chgData name="ARKORFUL S. KOBINA EBO" userId="adda195f3cc4306c" providerId="LiveId" clId="{045C9616-7DDB-451D-A9FF-4A698829F34D}" dt="2025-12-04T17:44:24.252" v="201" actId="26606"/>
          <ac:spMkLst>
            <pc:docMk/>
            <pc:sldMk cId="1117270794" sldId="259"/>
            <ac:spMk id="63" creationId="{3A9A4357-BD1D-4622-A4FE-766E6AB8DE84}"/>
          </ac:spMkLst>
        </pc:spChg>
        <pc:spChg chg="add">
          <ac:chgData name="ARKORFUL S. KOBINA EBO" userId="adda195f3cc4306c" providerId="LiveId" clId="{045C9616-7DDB-451D-A9FF-4A698829F34D}" dt="2025-12-04T17:44:24.252" v="201" actId="26606"/>
          <ac:spMkLst>
            <pc:docMk/>
            <pc:sldMk cId="1117270794" sldId="259"/>
            <ac:spMk id="64" creationId="{E659831F-0D9A-4C63-9EBB-8435B85A440F}"/>
          </ac:spMkLst>
        </pc:spChg>
        <pc:spChg chg="add">
          <ac:chgData name="ARKORFUL S. KOBINA EBO" userId="adda195f3cc4306c" providerId="LiveId" clId="{045C9616-7DDB-451D-A9FF-4A698829F34D}" dt="2025-12-04T17:44:24.252" v="201" actId="26606"/>
          <ac:spMkLst>
            <pc:docMk/>
            <pc:sldMk cId="1117270794" sldId="259"/>
            <ac:spMk id="65" creationId="{E6995CE5-F890-4ABA-82A2-26507CE8D2A3}"/>
          </ac:spMkLst>
        </pc:spChg>
        <pc:grpChg chg="add">
          <ac:chgData name="ARKORFUL S. KOBINA EBO" userId="adda195f3cc4306c" providerId="LiveId" clId="{045C9616-7DDB-451D-A9FF-4A698829F34D}" dt="2025-12-04T17:43:34.689" v="193" actId="26606"/>
          <ac:grpSpMkLst>
            <pc:docMk/>
            <pc:sldMk cId="1117270794" sldId="259"/>
            <ac:grpSpMk id="42" creationId="{78127680-150F-4A90-9950-F66392578116}"/>
          </ac:grpSpMkLst>
        </pc:grpChg>
        <pc:grpChg chg="del">
          <ac:chgData name="ARKORFUL S. KOBINA EBO" userId="adda195f3cc4306c" providerId="LiveId" clId="{045C9616-7DDB-451D-A9FF-4A698829F34D}" dt="2025-12-04T17:43:37.630" v="194" actId="26606"/>
          <ac:grpSpMkLst>
            <pc:docMk/>
            <pc:sldMk cId="1117270794" sldId="259"/>
            <ac:grpSpMk id="46" creationId="{466920E5-8640-4C24-A775-8647637094A7}"/>
          </ac:grpSpMkLst>
        </pc:grpChg>
        <pc:picChg chg="mod">
          <ac:chgData name="ARKORFUL S. KOBINA EBO" userId="adda195f3cc4306c" providerId="LiveId" clId="{045C9616-7DDB-451D-A9FF-4A698829F34D}" dt="2025-12-04T17:44:24.245" v="200" actId="26606"/>
          <ac:picMkLst>
            <pc:docMk/>
            <pc:sldMk cId="1117270794" sldId="259"/>
            <ac:picMk id="6" creationId="{BF0E984B-7048-B1AA-C1BC-7CAA67792AA7}"/>
          </ac:picMkLst>
        </pc:picChg>
      </pc:sldChg>
      <pc:sldChg chg="addSp delSp modSp mod setBg">
        <pc:chgData name="ARKORFUL S. KOBINA EBO" userId="adda195f3cc4306c" providerId="LiveId" clId="{045C9616-7DDB-451D-A9FF-4A698829F34D}" dt="2025-12-04T19:05:55.371" v="657" actId="20577"/>
        <pc:sldMkLst>
          <pc:docMk/>
          <pc:sldMk cId="2107840173" sldId="260"/>
        </pc:sldMkLst>
        <pc:spChg chg="mod">
          <ac:chgData name="ARKORFUL S. KOBINA EBO" userId="adda195f3cc4306c" providerId="LiveId" clId="{045C9616-7DDB-451D-A9FF-4A698829F34D}" dt="2025-12-04T19:05:55.371" v="657" actId="20577"/>
          <ac:spMkLst>
            <pc:docMk/>
            <pc:sldMk cId="2107840173" sldId="260"/>
            <ac:spMk id="3" creationId="{15E5B1A4-5C7D-80C8-14C5-3723693F4EF6}"/>
          </ac:spMkLst>
        </pc:spChg>
        <pc:spChg chg="add del">
          <ac:chgData name="ARKORFUL S. KOBINA EBO" userId="adda195f3cc4306c" providerId="LiveId" clId="{045C9616-7DDB-451D-A9FF-4A698829F34D}" dt="2025-12-04T17:52:04.213" v="240" actId="26606"/>
          <ac:spMkLst>
            <pc:docMk/>
            <pc:sldMk cId="2107840173" sldId="260"/>
            <ac:spMk id="10" creationId="{AAAE94E3-A7DB-4868-B1E3-E49703488BBC}"/>
          </ac:spMkLst>
        </pc:spChg>
        <pc:spChg chg="add del">
          <ac:chgData name="ARKORFUL S. KOBINA EBO" userId="adda195f3cc4306c" providerId="LiveId" clId="{045C9616-7DDB-451D-A9FF-4A698829F34D}" dt="2025-12-04T17:52:04.213" v="240" actId="26606"/>
          <ac:spMkLst>
            <pc:docMk/>
            <pc:sldMk cId="2107840173" sldId="260"/>
            <ac:spMk id="16" creationId="{3873B707-463F-40B0-8227-E8CC6C67EB25}"/>
          </ac:spMkLst>
        </pc:spChg>
        <pc:spChg chg="add del">
          <ac:chgData name="ARKORFUL S. KOBINA EBO" userId="adda195f3cc4306c" providerId="LiveId" clId="{045C9616-7DDB-451D-A9FF-4A698829F34D}" dt="2025-12-04T17:52:04.213" v="240" actId="26606"/>
          <ac:spMkLst>
            <pc:docMk/>
            <pc:sldMk cId="2107840173" sldId="260"/>
            <ac:spMk id="18" creationId="{C13237C8-E62C-4F0D-A318-BD6FB6C2D138}"/>
          </ac:spMkLst>
        </pc:spChg>
        <pc:spChg chg="add del">
          <ac:chgData name="ARKORFUL S. KOBINA EBO" userId="adda195f3cc4306c" providerId="LiveId" clId="{045C9616-7DDB-451D-A9FF-4A698829F34D}" dt="2025-12-04T17:52:04.213" v="240" actId="26606"/>
          <ac:spMkLst>
            <pc:docMk/>
            <pc:sldMk cId="2107840173" sldId="260"/>
            <ac:spMk id="20" creationId="{19C9EAEA-39D0-4B0E-A0EB-51E7B26740B1}"/>
          </ac:spMkLst>
        </pc:spChg>
        <pc:spChg chg="add del">
          <ac:chgData name="ARKORFUL S. KOBINA EBO" userId="adda195f3cc4306c" providerId="LiveId" clId="{045C9616-7DDB-451D-A9FF-4A698829F34D}" dt="2025-12-04T17:52:04.213" v="240" actId="26606"/>
          <ac:spMkLst>
            <pc:docMk/>
            <pc:sldMk cId="2107840173" sldId="260"/>
            <ac:spMk id="22" creationId="{8CB5D2D7-DF65-4E86-BFBA-FFB9B5ACEB64}"/>
          </ac:spMkLst>
        </pc:spChg>
        <pc:spChg chg="add del">
          <ac:chgData name="ARKORFUL S. KOBINA EBO" userId="adda195f3cc4306c" providerId="LiveId" clId="{045C9616-7DDB-451D-A9FF-4A698829F34D}" dt="2025-12-04T17:48:06.258" v="221" actId="26606"/>
          <ac:spMkLst>
            <pc:docMk/>
            <pc:sldMk cId="2107840173" sldId="260"/>
            <ac:spMk id="27" creationId="{922F19F4-FE70-43DC-856F-2CE5F521DC48}"/>
          </ac:spMkLst>
        </pc:spChg>
        <pc:spChg chg="add del">
          <ac:chgData name="ARKORFUL S. KOBINA EBO" userId="adda195f3cc4306c" providerId="LiveId" clId="{045C9616-7DDB-451D-A9FF-4A698829F34D}" dt="2025-12-04T17:50:19.489" v="225" actId="26606"/>
          <ac:spMkLst>
            <pc:docMk/>
            <pc:sldMk cId="2107840173" sldId="260"/>
            <ac:spMk id="31" creationId="{81D83946-74FA-498A-AC80-9926F041B5C5}"/>
          </ac:spMkLst>
        </pc:spChg>
        <pc:spChg chg="add del">
          <ac:chgData name="ARKORFUL S. KOBINA EBO" userId="adda195f3cc4306c" providerId="LiveId" clId="{045C9616-7DDB-451D-A9FF-4A698829F34D}" dt="2025-12-04T17:50:14.358" v="223" actId="26606"/>
          <ac:spMkLst>
            <pc:docMk/>
            <pc:sldMk cId="2107840173" sldId="260"/>
            <ac:spMk id="33" creationId="{3873B707-463F-40B0-8227-E8CC6C67EB25}"/>
          </ac:spMkLst>
        </pc:spChg>
        <pc:spChg chg="add del">
          <ac:chgData name="ARKORFUL S. KOBINA EBO" userId="adda195f3cc4306c" providerId="LiveId" clId="{045C9616-7DDB-451D-A9FF-4A698829F34D}" dt="2025-12-04T17:48:06.258" v="221" actId="26606"/>
          <ac:spMkLst>
            <pc:docMk/>
            <pc:sldMk cId="2107840173" sldId="260"/>
            <ac:spMk id="34" creationId="{D5B0017B-2ECA-49AF-B397-DC140825DF8D}"/>
          </ac:spMkLst>
        </pc:spChg>
        <pc:spChg chg="add del">
          <ac:chgData name="ARKORFUL S. KOBINA EBO" userId="adda195f3cc4306c" providerId="LiveId" clId="{045C9616-7DDB-451D-A9FF-4A698829F34D}" dt="2025-12-04T17:50:14.358" v="223" actId="26606"/>
          <ac:spMkLst>
            <pc:docMk/>
            <pc:sldMk cId="2107840173" sldId="260"/>
            <ac:spMk id="35" creationId="{C13237C8-E62C-4F0D-A318-BD6FB6C2D138}"/>
          </ac:spMkLst>
        </pc:spChg>
        <pc:spChg chg="add del">
          <ac:chgData name="ARKORFUL S. KOBINA EBO" userId="adda195f3cc4306c" providerId="LiveId" clId="{045C9616-7DDB-451D-A9FF-4A698829F34D}" dt="2025-12-04T17:48:06.258" v="221" actId="26606"/>
          <ac:spMkLst>
            <pc:docMk/>
            <pc:sldMk cId="2107840173" sldId="260"/>
            <ac:spMk id="36" creationId="{395ECC94-3D5E-46A7-A7A1-DE807E1563B4}"/>
          </ac:spMkLst>
        </pc:spChg>
        <pc:spChg chg="add del">
          <ac:chgData name="ARKORFUL S. KOBINA EBO" userId="adda195f3cc4306c" providerId="LiveId" clId="{045C9616-7DDB-451D-A9FF-4A698829F34D}" dt="2025-12-04T17:50:14.358" v="223" actId="26606"/>
          <ac:spMkLst>
            <pc:docMk/>
            <pc:sldMk cId="2107840173" sldId="260"/>
            <ac:spMk id="37" creationId="{19C9EAEA-39D0-4B0E-A0EB-51E7B26740B1}"/>
          </ac:spMkLst>
        </pc:spChg>
        <pc:spChg chg="add del">
          <ac:chgData name="ARKORFUL S. KOBINA EBO" userId="adda195f3cc4306c" providerId="LiveId" clId="{045C9616-7DDB-451D-A9FF-4A698829F34D}" dt="2025-12-04T17:48:06.258" v="221" actId="26606"/>
          <ac:spMkLst>
            <pc:docMk/>
            <pc:sldMk cId="2107840173" sldId="260"/>
            <ac:spMk id="38" creationId="{7E549738-9961-462D-81B7-4A7A44691102}"/>
          </ac:spMkLst>
        </pc:spChg>
        <pc:spChg chg="add del">
          <ac:chgData name="ARKORFUL S. KOBINA EBO" userId="adda195f3cc4306c" providerId="LiveId" clId="{045C9616-7DDB-451D-A9FF-4A698829F34D}" dt="2025-12-04T17:50:14.358" v="223" actId="26606"/>
          <ac:spMkLst>
            <pc:docMk/>
            <pc:sldMk cId="2107840173" sldId="260"/>
            <ac:spMk id="39" creationId="{8CB5D2D7-DF65-4E86-BFBA-FFB9B5ACEB64}"/>
          </ac:spMkLst>
        </pc:spChg>
        <pc:spChg chg="add del">
          <ac:chgData name="ARKORFUL S. KOBINA EBO" userId="adda195f3cc4306c" providerId="LiveId" clId="{045C9616-7DDB-451D-A9FF-4A698829F34D}" dt="2025-12-04T17:50:14.358" v="223" actId="26606"/>
          <ac:spMkLst>
            <pc:docMk/>
            <pc:sldMk cId="2107840173" sldId="260"/>
            <ac:spMk id="42" creationId="{AAAE94E3-A7DB-4868-B1E3-E49703488BBC}"/>
          </ac:spMkLst>
        </pc:spChg>
        <pc:spChg chg="add del">
          <ac:chgData name="ARKORFUL S. KOBINA EBO" userId="adda195f3cc4306c" providerId="LiveId" clId="{045C9616-7DDB-451D-A9FF-4A698829F34D}" dt="2025-12-04T17:50:19.489" v="225" actId="26606"/>
          <ac:spMkLst>
            <pc:docMk/>
            <pc:sldMk cId="2107840173" sldId="260"/>
            <ac:spMk id="47" creationId="{B23FE733-F95B-4DF6-AFC5-BEEB3577C494}"/>
          </ac:spMkLst>
        </pc:spChg>
        <pc:spChg chg="add del">
          <ac:chgData name="ARKORFUL S. KOBINA EBO" userId="adda195f3cc4306c" providerId="LiveId" clId="{045C9616-7DDB-451D-A9FF-4A698829F34D}" dt="2025-12-04T17:50:19.489" v="225" actId="26606"/>
          <ac:spMkLst>
            <pc:docMk/>
            <pc:sldMk cId="2107840173" sldId="260"/>
            <ac:spMk id="48" creationId="{9080D120-BD54-46E1-BA37-82F5E8089E90}"/>
          </ac:spMkLst>
        </pc:spChg>
        <pc:spChg chg="add del">
          <ac:chgData name="ARKORFUL S. KOBINA EBO" userId="adda195f3cc4306c" providerId="LiveId" clId="{045C9616-7DDB-451D-A9FF-4A698829F34D}" dt="2025-12-04T17:50:19.489" v="225" actId="26606"/>
          <ac:spMkLst>
            <pc:docMk/>
            <pc:sldMk cId="2107840173" sldId="260"/>
            <ac:spMk id="49" creationId="{5060D983-8B52-443A-8183-2A1DE05618B5}"/>
          </ac:spMkLst>
        </pc:spChg>
        <pc:spChg chg="add del">
          <ac:chgData name="ARKORFUL S. KOBINA EBO" userId="adda195f3cc4306c" providerId="LiveId" clId="{045C9616-7DDB-451D-A9FF-4A698829F34D}" dt="2025-12-04T17:50:23.221" v="227" actId="26606"/>
          <ac:spMkLst>
            <pc:docMk/>
            <pc:sldMk cId="2107840173" sldId="260"/>
            <ac:spMk id="51" creationId="{394842B0-684D-44CC-B4BC-D13331CFD290}"/>
          </ac:spMkLst>
        </pc:spChg>
        <pc:spChg chg="add del">
          <ac:chgData name="ARKORFUL S. KOBINA EBO" userId="adda195f3cc4306c" providerId="LiveId" clId="{045C9616-7DDB-451D-A9FF-4A698829F34D}" dt="2025-12-04T17:50:23.221" v="227" actId="26606"/>
          <ac:spMkLst>
            <pc:docMk/>
            <pc:sldMk cId="2107840173" sldId="260"/>
            <ac:spMk id="52" creationId="{4C2A3DC3-F495-4B99-9FF3-3FB30D63235E}"/>
          </ac:spMkLst>
        </pc:spChg>
        <pc:spChg chg="add del">
          <ac:chgData name="ARKORFUL S. KOBINA EBO" userId="adda195f3cc4306c" providerId="LiveId" clId="{045C9616-7DDB-451D-A9FF-4A698829F34D}" dt="2025-12-04T17:50:34.373" v="229" actId="26606"/>
          <ac:spMkLst>
            <pc:docMk/>
            <pc:sldMk cId="2107840173" sldId="260"/>
            <ac:spMk id="54" creationId="{922F19F4-FE70-43DC-856F-2CE5F521DC48}"/>
          </ac:spMkLst>
        </pc:spChg>
        <pc:spChg chg="add del">
          <ac:chgData name="ARKORFUL S. KOBINA EBO" userId="adda195f3cc4306c" providerId="LiveId" clId="{045C9616-7DDB-451D-A9FF-4A698829F34D}" dt="2025-12-04T17:50:34.373" v="229" actId="26606"/>
          <ac:spMkLst>
            <pc:docMk/>
            <pc:sldMk cId="2107840173" sldId="260"/>
            <ac:spMk id="57" creationId="{D5B0017B-2ECA-49AF-B397-DC140825DF8D}"/>
          </ac:spMkLst>
        </pc:spChg>
        <pc:spChg chg="add del">
          <ac:chgData name="ARKORFUL S. KOBINA EBO" userId="adda195f3cc4306c" providerId="LiveId" clId="{045C9616-7DDB-451D-A9FF-4A698829F34D}" dt="2025-12-04T17:50:34.373" v="229" actId="26606"/>
          <ac:spMkLst>
            <pc:docMk/>
            <pc:sldMk cId="2107840173" sldId="260"/>
            <ac:spMk id="58" creationId="{395ECC94-3D5E-46A7-A7A1-DE807E1563B4}"/>
          </ac:spMkLst>
        </pc:spChg>
        <pc:spChg chg="add del">
          <ac:chgData name="ARKORFUL S. KOBINA EBO" userId="adda195f3cc4306c" providerId="LiveId" clId="{045C9616-7DDB-451D-A9FF-4A698829F34D}" dt="2025-12-04T17:50:34.373" v="229" actId="26606"/>
          <ac:spMkLst>
            <pc:docMk/>
            <pc:sldMk cId="2107840173" sldId="260"/>
            <ac:spMk id="59" creationId="{7E549738-9961-462D-81B7-4A7A44691102}"/>
          </ac:spMkLst>
        </pc:spChg>
        <pc:spChg chg="add del">
          <ac:chgData name="ARKORFUL S. KOBINA EBO" userId="adda195f3cc4306c" providerId="LiveId" clId="{045C9616-7DDB-451D-A9FF-4A698829F34D}" dt="2025-12-04T17:50:41.753" v="231" actId="26606"/>
          <ac:spMkLst>
            <pc:docMk/>
            <pc:sldMk cId="2107840173" sldId="260"/>
            <ac:spMk id="62" creationId="{149FB5C3-7336-4FE0-A30C-CC0A3646D499}"/>
          </ac:spMkLst>
        </pc:spChg>
        <pc:spChg chg="add del">
          <ac:chgData name="ARKORFUL S. KOBINA EBO" userId="adda195f3cc4306c" providerId="LiveId" clId="{045C9616-7DDB-451D-A9FF-4A698829F34D}" dt="2025-12-04T17:50:41.753" v="231" actId="26606"/>
          <ac:spMkLst>
            <pc:docMk/>
            <pc:sldMk cId="2107840173" sldId="260"/>
            <ac:spMk id="66" creationId="{0DA909B4-15FF-46A6-8A7F-7AEF977FE9ED}"/>
          </ac:spMkLst>
        </pc:spChg>
        <pc:spChg chg="add del">
          <ac:chgData name="ARKORFUL S. KOBINA EBO" userId="adda195f3cc4306c" providerId="LiveId" clId="{045C9616-7DDB-451D-A9FF-4A698829F34D}" dt="2025-12-04T17:50:41.753" v="231" actId="26606"/>
          <ac:spMkLst>
            <pc:docMk/>
            <pc:sldMk cId="2107840173" sldId="260"/>
            <ac:spMk id="67" creationId="{1382A32C-5B0C-4B1C-A074-76C6DBCC9F87}"/>
          </ac:spMkLst>
        </pc:spChg>
        <pc:spChg chg="add del">
          <ac:chgData name="ARKORFUL S. KOBINA EBO" userId="adda195f3cc4306c" providerId="LiveId" clId="{045C9616-7DDB-451D-A9FF-4A698829F34D}" dt="2025-12-04T17:50:59.828" v="233" actId="26606"/>
          <ac:spMkLst>
            <pc:docMk/>
            <pc:sldMk cId="2107840173" sldId="260"/>
            <ac:spMk id="69" creationId="{AAAE94E3-A7DB-4868-B1E3-E49703488BBC}"/>
          </ac:spMkLst>
        </pc:spChg>
        <pc:spChg chg="add del">
          <ac:chgData name="ARKORFUL S. KOBINA EBO" userId="adda195f3cc4306c" providerId="LiveId" clId="{045C9616-7DDB-451D-A9FF-4A698829F34D}" dt="2025-12-04T17:50:59.828" v="233" actId="26606"/>
          <ac:spMkLst>
            <pc:docMk/>
            <pc:sldMk cId="2107840173" sldId="260"/>
            <ac:spMk id="72" creationId="{3873B707-463F-40B0-8227-E8CC6C67EB25}"/>
          </ac:spMkLst>
        </pc:spChg>
        <pc:spChg chg="add del">
          <ac:chgData name="ARKORFUL S. KOBINA EBO" userId="adda195f3cc4306c" providerId="LiveId" clId="{045C9616-7DDB-451D-A9FF-4A698829F34D}" dt="2025-12-04T17:50:59.828" v="233" actId="26606"/>
          <ac:spMkLst>
            <pc:docMk/>
            <pc:sldMk cId="2107840173" sldId="260"/>
            <ac:spMk id="73" creationId="{C13237C8-E62C-4F0D-A318-BD6FB6C2D138}"/>
          </ac:spMkLst>
        </pc:spChg>
        <pc:spChg chg="add del">
          <ac:chgData name="ARKORFUL S. KOBINA EBO" userId="adda195f3cc4306c" providerId="LiveId" clId="{045C9616-7DDB-451D-A9FF-4A698829F34D}" dt="2025-12-04T17:50:59.828" v="233" actId="26606"/>
          <ac:spMkLst>
            <pc:docMk/>
            <pc:sldMk cId="2107840173" sldId="260"/>
            <ac:spMk id="74" creationId="{19C9EAEA-39D0-4B0E-A0EB-51E7B26740B1}"/>
          </ac:spMkLst>
        </pc:spChg>
        <pc:spChg chg="add del">
          <ac:chgData name="ARKORFUL S. KOBINA EBO" userId="adda195f3cc4306c" providerId="LiveId" clId="{045C9616-7DDB-451D-A9FF-4A698829F34D}" dt="2025-12-04T17:50:59.828" v="233" actId="26606"/>
          <ac:spMkLst>
            <pc:docMk/>
            <pc:sldMk cId="2107840173" sldId="260"/>
            <ac:spMk id="75" creationId="{8CB5D2D7-DF65-4E86-BFBA-FFB9B5ACEB64}"/>
          </ac:spMkLst>
        </pc:spChg>
        <pc:spChg chg="add del">
          <ac:chgData name="ARKORFUL S. KOBINA EBO" userId="adda195f3cc4306c" providerId="LiveId" clId="{045C9616-7DDB-451D-A9FF-4A698829F34D}" dt="2025-12-04T17:51:31.171" v="235" actId="26606"/>
          <ac:spMkLst>
            <pc:docMk/>
            <pc:sldMk cId="2107840173" sldId="260"/>
            <ac:spMk id="77" creationId="{1DC5A442-E2D0-4F6D-894C-999AF89A7310}"/>
          </ac:spMkLst>
        </pc:spChg>
        <pc:spChg chg="add del">
          <ac:chgData name="ARKORFUL S. KOBINA EBO" userId="adda195f3cc4306c" providerId="LiveId" clId="{045C9616-7DDB-451D-A9FF-4A698829F34D}" dt="2025-12-04T17:51:31.171" v="235" actId="26606"/>
          <ac:spMkLst>
            <pc:docMk/>
            <pc:sldMk cId="2107840173" sldId="260"/>
            <ac:spMk id="79" creationId="{CC552A98-EF7D-4D42-AB69-066B786AB55B}"/>
          </ac:spMkLst>
        </pc:spChg>
        <pc:spChg chg="add del">
          <ac:chgData name="ARKORFUL S. KOBINA EBO" userId="adda195f3cc4306c" providerId="LiveId" clId="{045C9616-7DDB-451D-A9FF-4A698829F34D}" dt="2025-12-04T17:51:31.171" v="235" actId="26606"/>
          <ac:spMkLst>
            <pc:docMk/>
            <pc:sldMk cId="2107840173" sldId="260"/>
            <ac:spMk id="80" creationId="{A6604B49-AD5C-4590-B051-06C8222ECD99}"/>
          </ac:spMkLst>
        </pc:spChg>
        <pc:spChg chg="add del">
          <ac:chgData name="ARKORFUL S. KOBINA EBO" userId="adda195f3cc4306c" providerId="LiveId" clId="{045C9616-7DDB-451D-A9FF-4A698829F34D}" dt="2025-12-04T17:51:31.171" v="235" actId="26606"/>
          <ac:spMkLst>
            <pc:docMk/>
            <pc:sldMk cId="2107840173" sldId="260"/>
            <ac:spMk id="82" creationId="{A648176E-454C-437C-B0FC-9B82FCF32B24}"/>
          </ac:spMkLst>
        </pc:spChg>
        <pc:spChg chg="add del">
          <ac:chgData name="ARKORFUL S. KOBINA EBO" userId="adda195f3cc4306c" providerId="LiveId" clId="{045C9616-7DDB-451D-A9FF-4A698829F34D}" dt="2025-12-04T17:51:53.375" v="237" actId="26606"/>
          <ac:spMkLst>
            <pc:docMk/>
            <pc:sldMk cId="2107840173" sldId="260"/>
            <ac:spMk id="84" creationId="{149FB5C3-7336-4FE0-A30C-CC0A3646D499}"/>
          </ac:spMkLst>
        </pc:spChg>
        <pc:spChg chg="add del">
          <ac:chgData name="ARKORFUL S. KOBINA EBO" userId="adda195f3cc4306c" providerId="LiveId" clId="{045C9616-7DDB-451D-A9FF-4A698829F34D}" dt="2025-12-04T17:51:53.375" v="237" actId="26606"/>
          <ac:spMkLst>
            <pc:docMk/>
            <pc:sldMk cId="2107840173" sldId="260"/>
            <ac:spMk id="87" creationId="{0DA909B4-15FF-46A6-8A7F-7AEF977FE9ED}"/>
          </ac:spMkLst>
        </pc:spChg>
        <pc:spChg chg="add del">
          <ac:chgData name="ARKORFUL S. KOBINA EBO" userId="adda195f3cc4306c" providerId="LiveId" clId="{045C9616-7DDB-451D-A9FF-4A698829F34D}" dt="2025-12-04T17:51:53.375" v="237" actId="26606"/>
          <ac:spMkLst>
            <pc:docMk/>
            <pc:sldMk cId="2107840173" sldId="260"/>
            <ac:spMk id="88" creationId="{1382A32C-5B0C-4B1C-A074-76C6DBCC9F87}"/>
          </ac:spMkLst>
        </pc:spChg>
        <pc:spChg chg="add del">
          <ac:chgData name="ARKORFUL S. KOBINA EBO" userId="adda195f3cc4306c" providerId="LiveId" clId="{045C9616-7DDB-451D-A9FF-4A698829F34D}" dt="2025-12-04T17:52:04.207" v="239" actId="26606"/>
          <ac:spMkLst>
            <pc:docMk/>
            <pc:sldMk cId="2107840173" sldId="260"/>
            <ac:spMk id="90" creationId="{922F19F4-FE70-43DC-856F-2CE5F521DC48}"/>
          </ac:spMkLst>
        </pc:spChg>
        <pc:spChg chg="add del">
          <ac:chgData name="ARKORFUL S. KOBINA EBO" userId="adda195f3cc4306c" providerId="LiveId" clId="{045C9616-7DDB-451D-A9FF-4A698829F34D}" dt="2025-12-04T17:52:04.207" v="239" actId="26606"/>
          <ac:spMkLst>
            <pc:docMk/>
            <pc:sldMk cId="2107840173" sldId="260"/>
            <ac:spMk id="94" creationId="{D5B0017B-2ECA-49AF-B397-DC140825DF8D}"/>
          </ac:spMkLst>
        </pc:spChg>
        <pc:spChg chg="add del">
          <ac:chgData name="ARKORFUL S. KOBINA EBO" userId="adda195f3cc4306c" providerId="LiveId" clId="{045C9616-7DDB-451D-A9FF-4A698829F34D}" dt="2025-12-04T17:52:04.207" v="239" actId="26606"/>
          <ac:spMkLst>
            <pc:docMk/>
            <pc:sldMk cId="2107840173" sldId="260"/>
            <ac:spMk id="95" creationId="{395ECC94-3D5E-46A7-A7A1-DE807E1563B4}"/>
          </ac:spMkLst>
        </pc:spChg>
        <pc:spChg chg="add del">
          <ac:chgData name="ARKORFUL S. KOBINA EBO" userId="adda195f3cc4306c" providerId="LiveId" clId="{045C9616-7DDB-451D-A9FF-4A698829F34D}" dt="2025-12-04T17:52:04.207" v="239" actId="26606"/>
          <ac:spMkLst>
            <pc:docMk/>
            <pc:sldMk cId="2107840173" sldId="260"/>
            <ac:spMk id="96" creationId="{7E549738-9961-462D-81B7-4A7A44691102}"/>
          </ac:spMkLst>
        </pc:spChg>
        <pc:spChg chg="add">
          <ac:chgData name="ARKORFUL S. KOBINA EBO" userId="adda195f3cc4306c" providerId="LiveId" clId="{045C9616-7DDB-451D-A9FF-4A698829F34D}" dt="2025-12-04T17:52:04.213" v="240" actId="26606"/>
          <ac:spMkLst>
            <pc:docMk/>
            <pc:sldMk cId="2107840173" sldId="260"/>
            <ac:spMk id="99" creationId="{AAAE94E3-A7DB-4868-B1E3-E49703488BBC}"/>
          </ac:spMkLst>
        </pc:spChg>
        <pc:spChg chg="add">
          <ac:chgData name="ARKORFUL S. KOBINA EBO" userId="adda195f3cc4306c" providerId="LiveId" clId="{045C9616-7DDB-451D-A9FF-4A698829F34D}" dt="2025-12-04T17:52:04.213" v="240" actId="26606"/>
          <ac:spMkLst>
            <pc:docMk/>
            <pc:sldMk cId="2107840173" sldId="260"/>
            <ac:spMk id="102" creationId="{3873B707-463F-40B0-8227-E8CC6C67EB25}"/>
          </ac:spMkLst>
        </pc:spChg>
        <pc:spChg chg="add">
          <ac:chgData name="ARKORFUL S. KOBINA EBO" userId="adda195f3cc4306c" providerId="LiveId" clId="{045C9616-7DDB-451D-A9FF-4A698829F34D}" dt="2025-12-04T17:52:04.213" v="240" actId="26606"/>
          <ac:spMkLst>
            <pc:docMk/>
            <pc:sldMk cId="2107840173" sldId="260"/>
            <ac:spMk id="103" creationId="{C13237C8-E62C-4F0D-A318-BD6FB6C2D138}"/>
          </ac:spMkLst>
        </pc:spChg>
        <pc:spChg chg="add">
          <ac:chgData name="ARKORFUL S. KOBINA EBO" userId="adda195f3cc4306c" providerId="LiveId" clId="{045C9616-7DDB-451D-A9FF-4A698829F34D}" dt="2025-12-04T17:52:04.213" v="240" actId="26606"/>
          <ac:spMkLst>
            <pc:docMk/>
            <pc:sldMk cId="2107840173" sldId="260"/>
            <ac:spMk id="104" creationId="{19C9EAEA-39D0-4B0E-A0EB-51E7B26740B1}"/>
          </ac:spMkLst>
        </pc:spChg>
        <pc:spChg chg="add">
          <ac:chgData name="ARKORFUL S. KOBINA EBO" userId="adda195f3cc4306c" providerId="LiveId" clId="{045C9616-7DDB-451D-A9FF-4A698829F34D}" dt="2025-12-04T17:52:04.213" v="240" actId="26606"/>
          <ac:spMkLst>
            <pc:docMk/>
            <pc:sldMk cId="2107840173" sldId="260"/>
            <ac:spMk id="105" creationId="{8CB5D2D7-DF65-4E86-BFBA-FFB9B5ACEB64}"/>
          </ac:spMkLst>
        </pc:spChg>
        <pc:grpChg chg="add">
          <ac:chgData name="ARKORFUL S. KOBINA EBO" userId="adda195f3cc4306c" providerId="LiveId" clId="{045C9616-7DDB-451D-A9FF-4A698829F34D}" dt="2025-12-04T17:44:58.467" v="202" actId="26606"/>
          <ac:grpSpMkLst>
            <pc:docMk/>
            <pc:sldMk cId="2107840173" sldId="260"/>
            <ac:grpSpMk id="12" creationId="{1DE889C7-FAD6-4397-98E2-05D503484459}"/>
          </ac:grpSpMkLst>
        </pc:grpChg>
        <pc:picChg chg="mod ord">
          <ac:chgData name="ARKORFUL S. KOBINA EBO" userId="adda195f3cc4306c" providerId="LiveId" clId="{045C9616-7DDB-451D-A9FF-4A698829F34D}" dt="2025-12-04T17:52:12.908" v="242" actId="27614"/>
          <ac:picMkLst>
            <pc:docMk/>
            <pc:sldMk cId="2107840173" sldId="260"/>
            <ac:picMk id="4" creationId="{1D044064-D6AE-479B-3FC9-85088A4DCEB1}"/>
          </ac:picMkLst>
        </pc:picChg>
        <pc:picChg chg="mod">
          <ac:chgData name="ARKORFUL S. KOBINA EBO" userId="adda195f3cc4306c" providerId="LiveId" clId="{045C9616-7DDB-451D-A9FF-4A698829F34D}" dt="2025-12-04T17:52:12.908" v="241" actId="27614"/>
          <ac:picMkLst>
            <pc:docMk/>
            <pc:sldMk cId="2107840173" sldId="260"/>
            <ac:picMk id="5" creationId="{52F21974-6125-B79D-64E3-9622C9EE9B31}"/>
          </ac:picMkLst>
        </pc:picChg>
      </pc:sldChg>
      <pc:sldChg chg="addSp delSp modSp mod setBg">
        <pc:chgData name="ARKORFUL S. KOBINA EBO" userId="adda195f3cc4306c" providerId="LiveId" clId="{045C9616-7DDB-451D-A9FF-4A698829F34D}" dt="2025-12-04T19:08:35.121" v="720" actId="20577"/>
        <pc:sldMkLst>
          <pc:docMk/>
          <pc:sldMk cId="4131453909" sldId="261"/>
        </pc:sldMkLst>
        <pc:spChg chg="mod">
          <ac:chgData name="ARKORFUL S. KOBINA EBO" userId="adda195f3cc4306c" providerId="LiveId" clId="{045C9616-7DDB-451D-A9FF-4A698829F34D}" dt="2025-12-04T19:08:35.121" v="720" actId="20577"/>
          <ac:spMkLst>
            <pc:docMk/>
            <pc:sldMk cId="4131453909" sldId="261"/>
            <ac:spMk id="3" creationId="{49281816-853E-D765-672E-40C18AD1CA37}"/>
          </ac:spMkLst>
        </pc:spChg>
        <pc:spChg chg="add del">
          <ac:chgData name="ARKORFUL S. KOBINA EBO" userId="adda195f3cc4306c" providerId="LiveId" clId="{045C9616-7DDB-451D-A9FF-4A698829F34D}" dt="2025-12-04T17:45:12.054" v="204" actId="26606"/>
          <ac:spMkLst>
            <pc:docMk/>
            <pc:sldMk cId="4131453909" sldId="261"/>
            <ac:spMk id="9" creationId="{DBC6133C-0615-4CE4-9132-37E609A9BDFA}"/>
          </ac:spMkLst>
        </pc:spChg>
        <pc:spChg chg="add del">
          <ac:chgData name="ARKORFUL S. KOBINA EBO" userId="adda195f3cc4306c" providerId="LiveId" clId="{045C9616-7DDB-451D-A9FF-4A698829F34D}" dt="2025-12-04T17:45:12.054" v="204" actId="26606"/>
          <ac:spMkLst>
            <pc:docMk/>
            <pc:sldMk cId="4131453909" sldId="261"/>
            <ac:spMk id="11" creationId="{169CC832-2974-4E8D-90ED-3E2941BA7336}"/>
          </ac:spMkLst>
        </pc:spChg>
        <pc:spChg chg="add del">
          <ac:chgData name="ARKORFUL S. KOBINA EBO" userId="adda195f3cc4306c" providerId="LiveId" clId="{045C9616-7DDB-451D-A9FF-4A698829F34D}" dt="2025-12-04T17:45:12.054" v="204" actId="26606"/>
          <ac:spMkLst>
            <pc:docMk/>
            <pc:sldMk cId="4131453909" sldId="261"/>
            <ac:spMk id="13" creationId="{55222F96-971A-4F90-B841-6BAB416C7AC1}"/>
          </ac:spMkLst>
        </pc:spChg>
        <pc:spChg chg="add del">
          <ac:chgData name="ARKORFUL S. KOBINA EBO" userId="adda195f3cc4306c" providerId="LiveId" clId="{045C9616-7DDB-451D-A9FF-4A698829F34D}" dt="2025-12-04T17:45:12.054" v="204" actId="26606"/>
          <ac:spMkLst>
            <pc:docMk/>
            <pc:sldMk cId="4131453909" sldId="261"/>
            <ac:spMk id="15" creationId="{08980754-6F4B-43C9-B9BE-127B6BED6586}"/>
          </ac:spMkLst>
        </pc:spChg>
        <pc:spChg chg="add del">
          <ac:chgData name="ARKORFUL S. KOBINA EBO" userId="adda195f3cc4306c" providerId="LiveId" clId="{045C9616-7DDB-451D-A9FF-4A698829F34D}" dt="2025-12-04T17:45:12.054" v="204" actId="26606"/>
          <ac:spMkLst>
            <pc:docMk/>
            <pc:sldMk cId="4131453909" sldId="261"/>
            <ac:spMk id="17" creationId="{2C1BBA94-3F40-40AA-8BB9-E69E25E537C1}"/>
          </ac:spMkLst>
        </pc:spChg>
        <pc:spChg chg="add del">
          <ac:chgData name="ARKORFUL S. KOBINA EBO" userId="adda195f3cc4306c" providerId="LiveId" clId="{045C9616-7DDB-451D-A9FF-4A698829F34D}" dt="2025-12-04T17:45:17.014" v="206" actId="26606"/>
          <ac:spMkLst>
            <pc:docMk/>
            <pc:sldMk cId="4131453909" sldId="261"/>
            <ac:spMk id="19" creationId="{19C9EAEA-39D0-4B0E-A0EB-51E7B26740B1}"/>
          </ac:spMkLst>
        </pc:spChg>
        <pc:spChg chg="add del">
          <ac:chgData name="ARKORFUL S. KOBINA EBO" userId="adda195f3cc4306c" providerId="LiveId" clId="{045C9616-7DDB-451D-A9FF-4A698829F34D}" dt="2025-12-04T17:45:17.014" v="206" actId="26606"/>
          <ac:spMkLst>
            <pc:docMk/>
            <pc:sldMk cId="4131453909" sldId="261"/>
            <ac:spMk id="20" creationId="{201CC55D-ED54-4C5C-95E6-10947BD1103B}"/>
          </ac:spMkLst>
        </pc:spChg>
        <pc:spChg chg="add del">
          <ac:chgData name="ARKORFUL S. KOBINA EBO" userId="adda195f3cc4306c" providerId="LiveId" clId="{045C9616-7DDB-451D-A9FF-4A698829F34D}" dt="2025-12-04T17:45:17.014" v="206" actId="26606"/>
          <ac:spMkLst>
            <pc:docMk/>
            <pc:sldMk cId="4131453909" sldId="261"/>
            <ac:spMk id="23" creationId="{3873B707-463F-40B0-8227-E8CC6C67EB25}"/>
          </ac:spMkLst>
        </pc:spChg>
        <pc:spChg chg="add del">
          <ac:chgData name="ARKORFUL S. KOBINA EBO" userId="adda195f3cc4306c" providerId="LiveId" clId="{045C9616-7DDB-451D-A9FF-4A698829F34D}" dt="2025-12-04T17:45:17.014" v="206" actId="26606"/>
          <ac:spMkLst>
            <pc:docMk/>
            <pc:sldMk cId="4131453909" sldId="261"/>
            <ac:spMk id="24" creationId="{C13237C8-E62C-4F0D-A318-BD6FB6C2D138}"/>
          </ac:spMkLst>
        </pc:spChg>
        <pc:spChg chg="add">
          <ac:chgData name="ARKORFUL S. KOBINA EBO" userId="adda195f3cc4306c" providerId="LiveId" clId="{045C9616-7DDB-451D-A9FF-4A698829F34D}" dt="2025-12-04T17:45:17.028" v="207" actId="26606"/>
          <ac:spMkLst>
            <pc:docMk/>
            <pc:sldMk cId="4131453909" sldId="261"/>
            <ac:spMk id="26" creationId="{058A14AF-9FB5-4CC7-BA35-E8E85D3EDF0E}"/>
          </ac:spMkLst>
        </pc:spChg>
        <pc:spChg chg="add">
          <ac:chgData name="ARKORFUL S. KOBINA EBO" userId="adda195f3cc4306c" providerId="LiveId" clId="{045C9616-7DDB-451D-A9FF-4A698829F34D}" dt="2025-12-04T17:45:17.028" v="207" actId="26606"/>
          <ac:spMkLst>
            <pc:docMk/>
            <pc:sldMk cId="4131453909" sldId="261"/>
            <ac:spMk id="27" creationId="{3A9A4357-BD1D-4622-A4FE-766E6AB8DE84}"/>
          </ac:spMkLst>
        </pc:spChg>
        <pc:spChg chg="add">
          <ac:chgData name="ARKORFUL S. KOBINA EBO" userId="adda195f3cc4306c" providerId="LiveId" clId="{045C9616-7DDB-451D-A9FF-4A698829F34D}" dt="2025-12-04T17:45:17.028" v="207" actId="26606"/>
          <ac:spMkLst>
            <pc:docMk/>
            <pc:sldMk cId="4131453909" sldId="261"/>
            <ac:spMk id="28" creationId="{E659831F-0D9A-4C63-9EBB-8435B85A440F}"/>
          </ac:spMkLst>
        </pc:spChg>
        <pc:spChg chg="add">
          <ac:chgData name="ARKORFUL S. KOBINA EBO" userId="adda195f3cc4306c" providerId="LiveId" clId="{045C9616-7DDB-451D-A9FF-4A698829F34D}" dt="2025-12-04T17:45:17.028" v="207" actId="26606"/>
          <ac:spMkLst>
            <pc:docMk/>
            <pc:sldMk cId="4131453909" sldId="261"/>
            <ac:spMk id="29" creationId="{E6995CE5-F890-4ABA-82A2-26507CE8D2A3}"/>
          </ac:spMkLst>
        </pc:spChg>
        <pc:grpChg chg="add del">
          <ac:chgData name="ARKORFUL S. KOBINA EBO" userId="adda195f3cc4306c" providerId="LiveId" clId="{045C9616-7DDB-451D-A9FF-4A698829F34D}" dt="2025-12-04T17:45:17.014" v="206" actId="26606"/>
          <ac:grpSpMkLst>
            <pc:docMk/>
            <pc:sldMk cId="4131453909" sldId="261"/>
            <ac:grpSpMk id="21" creationId="{1DE889C7-FAD6-4397-98E2-05D503484459}"/>
          </ac:grpSpMkLst>
        </pc:grpChg>
        <pc:picChg chg="mod">
          <ac:chgData name="ARKORFUL S. KOBINA EBO" userId="adda195f3cc4306c" providerId="LiveId" clId="{045C9616-7DDB-451D-A9FF-4A698829F34D}" dt="2025-12-04T17:45:17.028" v="207" actId="26606"/>
          <ac:picMkLst>
            <pc:docMk/>
            <pc:sldMk cId="4131453909" sldId="261"/>
            <ac:picMk id="4" creationId="{62E839B7-9FB4-F071-8EF9-3F3C4C3BC568}"/>
          </ac:picMkLst>
        </pc:picChg>
      </pc:sldChg>
      <pc:sldChg chg="addSp modSp mod setBg">
        <pc:chgData name="ARKORFUL S. KOBINA EBO" userId="adda195f3cc4306c" providerId="LiveId" clId="{045C9616-7DDB-451D-A9FF-4A698829F34D}" dt="2025-12-04T19:17:52.514" v="952" actId="20577"/>
        <pc:sldMkLst>
          <pc:docMk/>
          <pc:sldMk cId="1033590945" sldId="262"/>
        </pc:sldMkLst>
        <pc:spChg chg="mod">
          <ac:chgData name="ARKORFUL S. KOBINA EBO" userId="adda195f3cc4306c" providerId="LiveId" clId="{045C9616-7DDB-451D-A9FF-4A698829F34D}" dt="2025-12-04T19:17:52.514" v="952" actId="20577"/>
          <ac:spMkLst>
            <pc:docMk/>
            <pc:sldMk cId="1033590945" sldId="262"/>
            <ac:spMk id="3" creationId="{8E8A0A8B-094F-190D-0B21-004D6C777011}"/>
          </ac:spMkLst>
        </pc:spChg>
        <pc:spChg chg="add">
          <ac:chgData name="ARKORFUL S. KOBINA EBO" userId="adda195f3cc4306c" providerId="LiveId" clId="{045C9616-7DDB-451D-A9FF-4A698829F34D}" dt="2025-12-04T17:45:23.574" v="208" actId="26606"/>
          <ac:spMkLst>
            <pc:docMk/>
            <pc:sldMk cId="1033590945" sldId="262"/>
            <ac:spMk id="9" creationId="{058A14AF-9FB5-4CC7-BA35-E8E85D3EDF0E}"/>
          </ac:spMkLst>
        </pc:spChg>
        <pc:spChg chg="add">
          <ac:chgData name="ARKORFUL S. KOBINA EBO" userId="adda195f3cc4306c" providerId="LiveId" clId="{045C9616-7DDB-451D-A9FF-4A698829F34D}" dt="2025-12-04T17:45:23.574" v="208" actId="26606"/>
          <ac:spMkLst>
            <pc:docMk/>
            <pc:sldMk cId="1033590945" sldId="262"/>
            <ac:spMk id="11" creationId="{3A9A4357-BD1D-4622-A4FE-766E6AB8DE84}"/>
          </ac:spMkLst>
        </pc:spChg>
        <pc:spChg chg="add">
          <ac:chgData name="ARKORFUL S. KOBINA EBO" userId="adda195f3cc4306c" providerId="LiveId" clId="{045C9616-7DDB-451D-A9FF-4A698829F34D}" dt="2025-12-04T17:45:23.574" v="208" actId="26606"/>
          <ac:spMkLst>
            <pc:docMk/>
            <pc:sldMk cId="1033590945" sldId="262"/>
            <ac:spMk id="13" creationId="{E659831F-0D9A-4C63-9EBB-8435B85A440F}"/>
          </ac:spMkLst>
        </pc:spChg>
        <pc:spChg chg="add">
          <ac:chgData name="ARKORFUL S. KOBINA EBO" userId="adda195f3cc4306c" providerId="LiveId" clId="{045C9616-7DDB-451D-A9FF-4A698829F34D}" dt="2025-12-04T17:45:23.574" v="208" actId="26606"/>
          <ac:spMkLst>
            <pc:docMk/>
            <pc:sldMk cId="1033590945" sldId="262"/>
            <ac:spMk id="15" creationId="{E6995CE5-F890-4ABA-82A2-26507CE8D2A3}"/>
          </ac:spMkLst>
        </pc:spChg>
        <pc:picChg chg="mod">
          <ac:chgData name="ARKORFUL S. KOBINA EBO" userId="adda195f3cc4306c" providerId="LiveId" clId="{045C9616-7DDB-451D-A9FF-4A698829F34D}" dt="2025-12-04T17:45:23.574" v="208" actId="26606"/>
          <ac:picMkLst>
            <pc:docMk/>
            <pc:sldMk cId="1033590945" sldId="262"/>
            <ac:picMk id="4" creationId="{CF762789-D6DB-3EDD-59FF-6586656E9850}"/>
          </ac:picMkLst>
        </pc:picChg>
      </pc:sldChg>
      <pc:sldChg chg="addSp modSp mod setBg">
        <pc:chgData name="ARKORFUL S. KOBINA EBO" userId="adda195f3cc4306c" providerId="LiveId" clId="{045C9616-7DDB-451D-A9FF-4A698829F34D}" dt="2025-12-04T19:19:49.890" v="953" actId="5793"/>
        <pc:sldMkLst>
          <pc:docMk/>
          <pc:sldMk cId="3354142744" sldId="263"/>
        </pc:sldMkLst>
        <pc:spChg chg="mod">
          <ac:chgData name="ARKORFUL S. KOBINA EBO" userId="adda195f3cc4306c" providerId="LiveId" clId="{045C9616-7DDB-451D-A9FF-4A698829F34D}" dt="2025-12-04T17:45:34.293" v="209" actId="26606"/>
          <ac:spMkLst>
            <pc:docMk/>
            <pc:sldMk cId="3354142744" sldId="263"/>
            <ac:spMk id="2" creationId="{03F212E7-A9D5-CC8D-3930-768B32645F49}"/>
          </ac:spMkLst>
        </pc:spChg>
        <pc:spChg chg="mod">
          <ac:chgData name="ARKORFUL S. KOBINA EBO" userId="adda195f3cc4306c" providerId="LiveId" clId="{045C9616-7DDB-451D-A9FF-4A698829F34D}" dt="2025-12-04T19:19:49.890" v="953" actId="5793"/>
          <ac:spMkLst>
            <pc:docMk/>
            <pc:sldMk cId="3354142744" sldId="263"/>
            <ac:spMk id="3" creationId="{B338B1F1-7B29-7AE2-164F-8C9224ACC648}"/>
          </ac:spMkLst>
        </pc:spChg>
        <pc:spChg chg="add">
          <ac:chgData name="ARKORFUL S. KOBINA EBO" userId="adda195f3cc4306c" providerId="LiveId" clId="{045C9616-7DDB-451D-A9FF-4A698829F34D}" dt="2025-12-04T17:45:34.293" v="209" actId="26606"/>
          <ac:spMkLst>
            <pc:docMk/>
            <pc:sldMk cId="3354142744" sldId="263"/>
            <ac:spMk id="8" creationId="{DBF61EA3-B236-439E-9C0B-340980D56BEE}"/>
          </ac:spMkLst>
        </pc:spChg>
        <pc:spChg chg="add">
          <ac:chgData name="ARKORFUL S. KOBINA EBO" userId="adda195f3cc4306c" providerId="LiveId" clId="{045C9616-7DDB-451D-A9FF-4A698829F34D}" dt="2025-12-04T17:45:34.293" v="209" actId="26606"/>
          <ac:spMkLst>
            <pc:docMk/>
            <pc:sldMk cId="3354142744" sldId="263"/>
            <ac:spMk id="14" creationId="{E659831F-0D9A-4C63-9EBB-8435B85A440F}"/>
          </ac:spMkLst>
        </pc:spChg>
        <pc:grpChg chg="add">
          <ac:chgData name="ARKORFUL S. KOBINA EBO" userId="adda195f3cc4306c" providerId="LiveId" clId="{045C9616-7DDB-451D-A9FF-4A698829F34D}" dt="2025-12-04T17:45:34.293" v="209" actId="26606"/>
          <ac:grpSpMkLst>
            <pc:docMk/>
            <pc:sldMk cId="3354142744" sldId="263"/>
            <ac:grpSpMk id="10" creationId="{28FAF094-D087-493F-8DF9-A486C2D6BBAA}"/>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9F80C-CC4A-BFCF-59D4-5D116CA537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49BCEC-F8E6-F5C8-B5AD-07058E1641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631DE-C102-2CFF-46C1-F13ED374E3E3}"/>
              </a:ext>
            </a:extLst>
          </p:cNvPr>
          <p:cNvSpPr>
            <a:spLocks noGrp="1"/>
          </p:cNvSpPr>
          <p:nvPr>
            <p:ph type="dt" sz="half" idx="10"/>
          </p:nvPr>
        </p:nvSpPr>
        <p:spPr/>
        <p:txBody>
          <a:bodyPr/>
          <a:lstStyle/>
          <a:p>
            <a:fld id="{1562351E-950A-4D75-AC28-4CB7124F18EA}" type="datetimeFigureOut">
              <a:rPr lang="en-US" smtClean="0"/>
              <a:t>12/4/2025</a:t>
            </a:fld>
            <a:endParaRPr lang="en-US"/>
          </a:p>
        </p:txBody>
      </p:sp>
      <p:sp>
        <p:nvSpPr>
          <p:cNvPr id="5" name="Footer Placeholder 4">
            <a:extLst>
              <a:ext uri="{FF2B5EF4-FFF2-40B4-BE49-F238E27FC236}">
                <a16:creationId xmlns:a16="http://schemas.microsoft.com/office/drawing/2014/main" id="{CD3CD52F-3F5C-6248-DB0B-7F58B1821E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A35D5B-E875-9636-C0F9-5BDD0C51FBFA}"/>
              </a:ext>
            </a:extLst>
          </p:cNvPr>
          <p:cNvSpPr>
            <a:spLocks noGrp="1"/>
          </p:cNvSpPr>
          <p:nvPr>
            <p:ph type="sldNum" sz="quarter" idx="12"/>
          </p:nvPr>
        </p:nvSpPr>
        <p:spPr/>
        <p:txBody>
          <a:bodyPr/>
          <a:lstStyle/>
          <a:p>
            <a:fld id="{A8E37933-27E2-456F-8A3B-E24C65842852}" type="slidenum">
              <a:rPr lang="en-US" smtClean="0"/>
              <a:t>‹#›</a:t>
            </a:fld>
            <a:endParaRPr lang="en-US"/>
          </a:p>
        </p:txBody>
      </p:sp>
    </p:spTree>
    <p:extLst>
      <p:ext uri="{BB962C8B-B14F-4D97-AF65-F5344CB8AC3E}">
        <p14:creationId xmlns:p14="http://schemas.microsoft.com/office/powerpoint/2010/main" val="2947029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8059D-A1C0-1B1F-B7C9-8BB9051FA9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FB894E-7398-E13E-E418-95D5D102BE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8C7435-CD9A-31B8-B23A-D6A879E85A1D}"/>
              </a:ext>
            </a:extLst>
          </p:cNvPr>
          <p:cNvSpPr>
            <a:spLocks noGrp="1"/>
          </p:cNvSpPr>
          <p:nvPr>
            <p:ph type="dt" sz="half" idx="10"/>
          </p:nvPr>
        </p:nvSpPr>
        <p:spPr/>
        <p:txBody>
          <a:bodyPr/>
          <a:lstStyle/>
          <a:p>
            <a:fld id="{1562351E-950A-4D75-AC28-4CB7124F18EA}" type="datetimeFigureOut">
              <a:rPr lang="en-US" smtClean="0"/>
              <a:t>12/4/2025</a:t>
            </a:fld>
            <a:endParaRPr lang="en-US"/>
          </a:p>
        </p:txBody>
      </p:sp>
      <p:sp>
        <p:nvSpPr>
          <p:cNvPr id="5" name="Footer Placeholder 4">
            <a:extLst>
              <a:ext uri="{FF2B5EF4-FFF2-40B4-BE49-F238E27FC236}">
                <a16:creationId xmlns:a16="http://schemas.microsoft.com/office/drawing/2014/main" id="{FEB799C4-806B-8E3D-E6A4-D3A119BD2A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1186FB-2EA5-6363-132C-E70B7156455B}"/>
              </a:ext>
            </a:extLst>
          </p:cNvPr>
          <p:cNvSpPr>
            <a:spLocks noGrp="1"/>
          </p:cNvSpPr>
          <p:nvPr>
            <p:ph type="sldNum" sz="quarter" idx="12"/>
          </p:nvPr>
        </p:nvSpPr>
        <p:spPr/>
        <p:txBody>
          <a:bodyPr/>
          <a:lstStyle/>
          <a:p>
            <a:fld id="{A8E37933-27E2-456F-8A3B-E24C65842852}" type="slidenum">
              <a:rPr lang="en-US" smtClean="0"/>
              <a:t>‹#›</a:t>
            </a:fld>
            <a:endParaRPr lang="en-US"/>
          </a:p>
        </p:txBody>
      </p:sp>
    </p:spTree>
    <p:extLst>
      <p:ext uri="{BB962C8B-B14F-4D97-AF65-F5344CB8AC3E}">
        <p14:creationId xmlns:p14="http://schemas.microsoft.com/office/powerpoint/2010/main" val="1246050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3A479-9B5F-C1C9-C36F-BA349C2902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65F37B4-D4A8-1F33-8340-008FBADF2E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291FA-30BD-FBD8-6F1D-C823075F3B4A}"/>
              </a:ext>
            </a:extLst>
          </p:cNvPr>
          <p:cNvSpPr>
            <a:spLocks noGrp="1"/>
          </p:cNvSpPr>
          <p:nvPr>
            <p:ph type="dt" sz="half" idx="10"/>
          </p:nvPr>
        </p:nvSpPr>
        <p:spPr/>
        <p:txBody>
          <a:bodyPr/>
          <a:lstStyle/>
          <a:p>
            <a:fld id="{1562351E-950A-4D75-AC28-4CB7124F18EA}" type="datetimeFigureOut">
              <a:rPr lang="en-US" smtClean="0"/>
              <a:t>12/4/2025</a:t>
            </a:fld>
            <a:endParaRPr lang="en-US"/>
          </a:p>
        </p:txBody>
      </p:sp>
      <p:sp>
        <p:nvSpPr>
          <p:cNvPr id="5" name="Footer Placeholder 4">
            <a:extLst>
              <a:ext uri="{FF2B5EF4-FFF2-40B4-BE49-F238E27FC236}">
                <a16:creationId xmlns:a16="http://schemas.microsoft.com/office/drawing/2014/main" id="{86AF1476-F674-3B38-D555-D5F9445EE3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4A653-821D-86DF-9407-E699B71E2D2F}"/>
              </a:ext>
            </a:extLst>
          </p:cNvPr>
          <p:cNvSpPr>
            <a:spLocks noGrp="1"/>
          </p:cNvSpPr>
          <p:nvPr>
            <p:ph type="sldNum" sz="quarter" idx="12"/>
          </p:nvPr>
        </p:nvSpPr>
        <p:spPr/>
        <p:txBody>
          <a:bodyPr/>
          <a:lstStyle/>
          <a:p>
            <a:fld id="{A8E37933-27E2-456F-8A3B-E24C65842852}" type="slidenum">
              <a:rPr lang="en-US" smtClean="0"/>
              <a:t>‹#›</a:t>
            </a:fld>
            <a:endParaRPr lang="en-US"/>
          </a:p>
        </p:txBody>
      </p:sp>
    </p:spTree>
    <p:extLst>
      <p:ext uri="{BB962C8B-B14F-4D97-AF65-F5344CB8AC3E}">
        <p14:creationId xmlns:p14="http://schemas.microsoft.com/office/powerpoint/2010/main" val="2991566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89F19-FC1F-4A84-9551-BCE11FC833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FD4EED-67A0-426A-C24C-F2FAFA7791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95A563-C488-F128-84F3-01023E637C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0FAF62-86A7-28DA-5EC8-D7C9FBA7B08B}"/>
              </a:ext>
            </a:extLst>
          </p:cNvPr>
          <p:cNvSpPr>
            <a:spLocks noGrp="1"/>
          </p:cNvSpPr>
          <p:nvPr>
            <p:ph type="dt" sz="half" idx="10"/>
          </p:nvPr>
        </p:nvSpPr>
        <p:spPr/>
        <p:txBody>
          <a:bodyPr/>
          <a:lstStyle/>
          <a:p>
            <a:fld id="{1562351E-950A-4D75-AC28-4CB7124F18EA}" type="datetimeFigureOut">
              <a:rPr lang="en-US" smtClean="0"/>
              <a:t>12/4/2025</a:t>
            </a:fld>
            <a:endParaRPr lang="en-US"/>
          </a:p>
        </p:txBody>
      </p:sp>
      <p:sp>
        <p:nvSpPr>
          <p:cNvPr id="6" name="Footer Placeholder 5">
            <a:extLst>
              <a:ext uri="{FF2B5EF4-FFF2-40B4-BE49-F238E27FC236}">
                <a16:creationId xmlns:a16="http://schemas.microsoft.com/office/drawing/2014/main" id="{548E8051-CF97-F974-37C3-5563D3B35F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4B01ED-2BDF-51D4-88B8-E9D20177D628}"/>
              </a:ext>
            </a:extLst>
          </p:cNvPr>
          <p:cNvSpPr>
            <a:spLocks noGrp="1"/>
          </p:cNvSpPr>
          <p:nvPr>
            <p:ph type="sldNum" sz="quarter" idx="12"/>
          </p:nvPr>
        </p:nvSpPr>
        <p:spPr/>
        <p:txBody>
          <a:bodyPr/>
          <a:lstStyle/>
          <a:p>
            <a:fld id="{A8E37933-27E2-456F-8A3B-E24C65842852}" type="slidenum">
              <a:rPr lang="en-US" smtClean="0"/>
              <a:t>‹#›</a:t>
            </a:fld>
            <a:endParaRPr lang="en-US"/>
          </a:p>
        </p:txBody>
      </p:sp>
    </p:spTree>
    <p:extLst>
      <p:ext uri="{BB962C8B-B14F-4D97-AF65-F5344CB8AC3E}">
        <p14:creationId xmlns:p14="http://schemas.microsoft.com/office/powerpoint/2010/main" val="3396472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8E030-49A2-09FC-9DF0-12927D6FB7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B8E58E-B6A4-FD94-1D5D-DDCC89F18C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1B7EFE-7E71-61CE-B3EC-8898A22C06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B7998D-3F57-DEA4-417B-A8973635E0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C3748F-3441-F7EE-A0C4-915EB1AE93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DB21F0-37C6-225E-89D9-703ECE56BD55}"/>
              </a:ext>
            </a:extLst>
          </p:cNvPr>
          <p:cNvSpPr>
            <a:spLocks noGrp="1"/>
          </p:cNvSpPr>
          <p:nvPr>
            <p:ph type="dt" sz="half" idx="10"/>
          </p:nvPr>
        </p:nvSpPr>
        <p:spPr/>
        <p:txBody>
          <a:bodyPr/>
          <a:lstStyle/>
          <a:p>
            <a:fld id="{1562351E-950A-4D75-AC28-4CB7124F18EA}" type="datetimeFigureOut">
              <a:rPr lang="en-US" smtClean="0"/>
              <a:t>12/4/2025</a:t>
            </a:fld>
            <a:endParaRPr lang="en-US"/>
          </a:p>
        </p:txBody>
      </p:sp>
      <p:sp>
        <p:nvSpPr>
          <p:cNvPr id="8" name="Footer Placeholder 7">
            <a:extLst>
              <a:ext uri="{FF2B5EF4-FFF2-40B4-BE49-F238E27FC236}">
                <a16:creationId xmlns:a16="http://schemas.microsoft.com/office/drawing/2014/main" id="{CC5C5470-C28F-7B73-40C3-11EADCB5E0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F3F8FE-06DD-357A-BA7E-68247379DAE9}"/>
              </a:ext>
            </a:extLst>
          </p:cNvPr>
          <p:cNvSpPr>
            <a:spLocks noGrp="1"/>
          </p:cNvSpPr>
          <p:nvPr>
            <p:ph type="sldNum" sz="quarter" idx="12"/>
          </p:nvPr>
        </p:nvSpPr>
        <p:spPr/>
        <p:txBody>
          <a:bodyPr/>
          <a:lstStyle/>
          <a:p>
            <a:fld id="{A8E37933-27E2-456F-8A3B-E24C65842852}" type="slidenum">
              <a:rPr lang="en-US" smtClean="0"/>
              <a:t>‹#›</a:t>
            </a:fld>
            <a:endParaRPr lang="en-US"/>
          </a:p>
        </p:txBody>
      </p:sp>
    </p:spTree>
    <p:extLst>
      <p:ext uri="{BB962C8B-B14F-4D97-AF65-F5344CB8AC3E}">
        <p14:creationId xmlns:p14="http://schemas.microsoft.com/office/powerpoint/2010/main" val="2943163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C5E60-CEA3-85A7-4418-D2EDACBEC6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9876D0-0D08-CEFA-B0E3-12F7BD6EE146}"/>
              </a:ext>
            </a:extLst>
          </p:cNvPr>
          <p:cNvSpPr>
            <a:spLocks noGrp="1"/>
          </p:cNvSpPr>
          <p:nvPr>
            <p:ph type="dt" sz="half" idx="10"/>
          </p:nvPr>
        </p:nvSpPr>
        <p:spPr/>
        <p:txBody>
          <a:bodyPr/>
          <a:lstStyle/>
          <a:p>
            <a:fld id="{1562351E-950A-4D75-AC28-4CB7124F18EA}" type="datetimeFigureOut">
              <a:rPr lang="en-US" smtClean="0"/>
              <a:t>12/4/2025</a:t>
            </a:fld>
            <a:endParaRPr lang="en-US"/>
          </a:p>
        </p:txBody>
      </p:sp>
      <p:sp>
        <p:nvSpPr>
          <p:cNvPr id="4" name="Footer Placeholder 3">
            <a:extLst>
              <a:ext uri="{FF2B5EF4-FFF2-40B4-BE49-F238E27FC236}">
                <a16:creationId xmlns:a16="http://schemas.microsoft.com/office/drawing/2014/main" id="{CC9A4DF1-1F0E-026F-BEDA-7128B5D3A5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1B0407-5A4C-F794-3EC7-06DC4F0869E8}"/>
              </a:ext>
            </a:extLst>
          </p:cNvPr>
          <p:cNvSpPr>
            <a:spLocks noGrp="1"/>
          </p:cNvSpPr>
          <p:nvPr>
            <p:ph type="sldNum" sz="quarter" idx="12"/>
          </p:nvPr>
        </p:nvSpPr>
        <p:spPr/>
        <p:txBody>
          <a:bodyPr/>
          <a:lstStyle/>
          <a:p>
            <a:fld id="{A8E37933-27E2-456F-8A3B-E24C65842852}" type="slidenum">
              <a:rPr lang="en-US" smtClean="0"/>
              <a:t>‹#›</a:t>
            </a:fld>
            <a:endParaRPr lang="en-US"/>
          </a:p>
        </p:txBody>
      </p:sp>
    </p:spTree>
    <p:extLst>
      <p:ext uri="{BB962C8B-B14F-4D97-AF65-F5344CB8AC3E}">
        <p14:creationId xmlns:p14="http://schemas.microsoft.com/office/powerpoint/2010/main" val="2587070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761D8B-135B-889C-2A98-4A5CB8565C11}"/>
              </a:ext>
            </a:extLst>
          </p:cNvPr>
          <p:cNvSpPr>
            <a:spLocks noGrp="1"/>
          </p:cNvSpPr>
          <p:nvPr>
            <p:ph type="dt" sz="half" idx="10"/>
          </p:nvPr>
        </p:nvSpPr>
        <p:spPr/>
        <p:txBody>
          <a:bodyPr/>
          <a:lstStyle/>
          <a:p>
            <a:fld id="{1562351E-950A-4D75-AC28-4CB7124F18EA}" type="datetimeFigureOut">
              <a:rPr lang="en-US" smtClean="0"/>
              <a:t>12/4/2025</a:t>
            </a:fld>
            <a:endParaRPr lang="en-US"/>
          </a:p>
        </p:txBody>
      </p:sp>
      <p:sp>
        <p:nvSpPr>
          <p:cNvPr id="3" name="Footer Placeholder 2">
            <a:extLst>
              <a:ext uri="{FF2B5EF4-FFF2-40B4-BE49-F238E27FC236}">
                <a16:creationId xmlns:a16="http://schemas.microsoft.com/office/drawing/2014/main" id="{0D2B8BCE-CC57-2604-0689-69450A754F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9BED81-59CF-AA0A-E4F2-2656091F0201}"/>
              </a:ext>
            </a:extLst>
          </p:cNvPr>
          <p:cNvSpPr>
            <a:spLocks noGrp="1"/>
          </p:cNvSpPr>
          <p:nvPr>
            <p:ph type="sldNum" sz="quarter" idx="12"/>
          </p:nvPr>
        </p:nvSpPr>
        <p:spPr/>
        <p:txBody>
          <a:bodyPr/>
          <a:lstStyle/>
          <a:p>
            <a:fld id="{A8E37933-27E2-456F-8A3B-E24C65842852}" type="slidenum">
              <a:rPr lang="en-US" smtClean="0"/>
              <a:t>‹#›</a:t>
            </a:fld>
            <a:endParaRPr lang="en-US"/>
          </a:p>
        </p:txBody>
      </p:sp>
    </p:spTree>
    <p:extLst>
      <p:ext uri="{BB962C8B-B14F-4D97-AF65-F5344CB8AC3E}">
        <p14:creationId xmlns:p14="http://schemas.microsoft.com/office/powerpoint/2010/main" val="4222682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2F693-1D5B-13E1-00D3-DCB59FE870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39E6C1-CD23-611F-B5F9-C7225E81AD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7D54E0-D040-460C-93D0-CFBF15F453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8ACCC8-4AC5-1C50-F8D2-F069E316DBFA}"/>
              </a:ext>
            </a:extLst>
          </p:cNvPr>
          <p:cNvSpPr>
            <a:spLocks noGrp="1"/>
          </p:cNvSpPr>
          <p:nvPr>
            <p:ph type="dt" sz="half" idx="10"/>
          </p:nvPr>
        </p:nvSpPr>
        <p:spPr/>
        <p:txBody>
          <a:bodyPr/>
          <a:lstStyle/>
          <a:p>
            <a:fld id="{1562351E-950A-4D75-AC28-4CB7124F18EA}" type="datetimeFigureOut">
              <a:rPr lang="en-US" smtClean="0"/>
              <a:t>12/4/2025</a:t>
            </a:fld>
            <a:endParaRPr lang="en-US"/>
          </a:p>
        </p:txBody>
      </p:sp>
      <p:sp>
        <p:nvSpPr>
          <p:cNvPr id="6" name="Footer Placeholder 5">
            <a:extLst>
              <a:ext uri="{FF2B5EF4-FFF2-40B4-BE49-F238E27FC236}">
                <a16:creationId xmlns:a16="http://schemas.microsoft.com/office/drawing/2014/main" id="{0C28FA71-4851-EBEE-63F3-BE020685F8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557409-E702-D7A6-4D52-EA5F99099F61}"/>
              </a:ext>
            </a:extLst>
          </p:cNvPr>
          <p:cNvSpPr>
            <a:spLocks noGrp="1"/>
          </p:cNvSpPr>
          <p:nvPr>
            <p:ph type="sldNum" sz="quarter" idx="12"/>
          </p:nvPr>
        </p:nvSpPr>
        <p:spPr/>
        <p:txBody>
          <a:bodyPr/>
          <a:lstStyle/>
          <a:p>
            <a:fld id="{A8E37933-27E2-456F-8A3B-E24C65842852}" type="slidenum">
              <a:rPr lang="en-US" smtClean="0"/>
              <a:t>‹#›</a:t>
            </a:fld>
            <a:endParaRPr lang="en-US"/>
          </a:p>
        </p:txBody>
      </p:sp>
    </p:spTree>
    <p:extLst>
      <p:ext uri="{BB962C8B-B14F-4D97-AF65-F5344CB8AC3E}">
        <p14:creationId xmlns:p14="http://schemas.microsoft.com/office/powerpoint/2010/main" val="3790769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0A4F5-0850-376B-2D14-98B2584FA8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5921FA-E8DC-22D3-55FD-E5FE943164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8A4757-CB3B-2CB0-9541-607C7AA52E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92E772-6318-9BD2-F191-1F3C14B5E732}"/>
              </a:ext>
            </a:extLst>
          </p:cNvPr>
          <p:cNvSpPr>
            <a:spLocks noGrp="1"/>
          </p:cNvSpPr>
          <p:nvPr>
            <p:ph type="dt" sz="half" idx="10"/>
          </p:nvPr>
        </p:nvSpPr>
        <p:spPr/>
        <p:txBody>
          <a:bodyPr/>
          <a:lstStyle/>
          <a:p>
            <a:fld id="{1562351E-950A-4D75-AC28-4CB7124F18EA}" type="datetimeFigureOut">
              <a:rPr lang="en-US" smtClean="0"/>
              <a:t>12/4/2025</a:t>
            </a:fld>
            <a:endParaRPr lang="en-US"/>
          </a:p>
        </p:txBody>
      </p:sp>
      <p:sp>
        <p:nvSpPr>
          <p:cNvPr id="6" name="Footer Placeholder 5">
            <a:extLst>
              <a:ext uri="{FF2B5EF4-FFF2-40B4-BE49-F238E27FC236}">
                <a16:creationId xmlns:a16="http://schemas.microsoft.com/office/drawing/2014/main" id="{9B69C601-EAF3-CC63-0922-E08C2AAF45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D4C2EA-0D59-922F-0CCF-B1ED10D959F6}"/>
              </a:ext>
            </a:extLst>
          </p:cNvPr>
          <p:cNvSpPr>
            <a:spLocks noGrp="1"/>
          </p:cNvSpPr>
          <p:nvPr>
            <p:ph type="sldNum" sz="quarter" idx="12"/>
          </p:nvPr>
        </p:nvSpPr>
        <p:spPr/>
        <p:txBody>
          <a:bodyPr/>
          <a:lstStyle/>
          <a:p>
            <a:fld id="{A8E37933-27E2-456F-8A3B-E24C65842852}" type="slidenum">
              <a:rPr lang="en-US" smtClean="0"/>
              <a:t>‹#›</a:t>
            </a:fld>
            <a:endParaRPr lang="en-US"/>
          </a:p>
        </p:txBody>
      </p:sp>
    </p:spTree>
    <p:extLst>
      <p:ext uri="{BB962C8B-B14F-4D97-AF65-F5344CB8AC3E}">
        <p14:creationId xmlns:p14="http://schemas.microsoft.com/office/powerpoint/2010/main" val="710667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0AED-F7EA-B4D2-5C4A-A03E003BD3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83EDB1-EA07-D40D-BAC8-FD0FDC86FB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A30304-3501-C6A5-7115-3E847A2E0523}"/>
              </a:ext>
            </a:extLst>
          </p:cNvPr>
          <p:cNvSpPr>
            <a:spLocks noGrp="1"/>
          </p:cNvSpPr>
          <p:nvPr>
            <p:ph type="dt" sz="half" idx="10"/>
          </p:nvPr>
        </p:nvSpPr>
        <p:spPr/>
        <p:txBody>
          <a:bodyPr/>
          <a:lstStyle/>
          <a:p>
            <a:fld id="{1562351E-950A-4D75-AC28-4CB7124F18EA}" type="datetimeFigureOut">
              <a:rPr lang="en-US" smtClean="0"/>
              <a:t>12/4/2025</a:t>
            </a:fld>
            <a:endParaRPr lang="en-US"/>
          </a:p>
        </p:txBody>
      </p:sp>
      <p:sp>
        <p:nvSpPr>
          <p:cNvPr id="5" name="Footer Placeholder 4">
            <a:extLst>
              <a:ext uri="{FF2B5EF4-FFF2-40B4-BE49-F238E27FC236}">
                <a16:creationId xmlns:a16="http://schemas.microsoft.com/office/drawing/2014/main" id="{FD3CE3E7-3A10-0817-88CE-94948F0643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0FDF34-544B-EFC3-7228-AD106656110B}"/>
              </a:ext>
            </a:extLst>
          </p:cNvPr>
          <p:cNvSpPr>
            <a:spLocks noGrp="1"/>
          </p:cNvSpPr>
          <p:nvPr>
            <p:ph type="sldNum" sz="quarter" idx="12"/>
          </p:nvPr>
        </p:nvSpPr>
        <p:spPr/>
        <p:txBody>
          <a:bodyPr/>
          <a:lstStyle/>
          <a:p>
            <a:fld id="{A8E37933-27E2-456F-8A3B-E24C65842852}" type="slidenum">
              <a:rPr lang="en-US" smtClean="0"/>
              <a:t>‹#›</a:t>
            </a:fld>
            <a:endParaRPr lang="en-US"/>
          </a:p>
        </p:txBody>
      </p:sp>
    </p:spTree>
    <p:extLst>
      <p:ext uri="{BB962C8B-B14F-4D97-AF65-F5344CB8AC3E}">
        <p14:creationId xmlns:p14="http://schemas.microsoft.com/office/powerpoint/2010/main" val="4003536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8D5582-58FE-A395-87A9-54DFE40E47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1D5F17-05BF-A281-1B89-08EBDEFEA0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0A68E0-5940-712A-ECCE-FDC623E56DB6}"/>
              </a:ext>
            </a:extLst>
          </p:cNvPr>
          <p:cNvSpPr>
            <a:spLocks noGrp="1"/>
          </p:cNvSpPr>
          <p:nvPr>
            <p:ph type="dt" sz="half" idx="10"/>
          </p:nvPr>
        </p:nvSpPr>
        <p:spPr/>
        <p:txBody>
          <a:bodyPr/>
          <a:lstStyle/>
          <a:p>
            <a:fld id="{1562351E-950A-4D75-AC28-4CB7124F18EA}" type="datetimeFigureOut">
              <a:rPr lang="en-US" smtClean="0"/>
              <a:t>12/4/2025</a:t>
            </a:fld>
            <a:endParaRPr lang="en-US"/>
          </a:p>
        </p:txBody>
      </p:sp>
      <p:sp>
        <p:nvSpPr>
          <p:cNvPr id="5" name="Footer Placeholder 4">
            <a:extLst>
              <a:ext uri="{FF2B5EF4-FFF2-40B4-BE49-F238E27FC236}">
                <a16:creationId xmlns:a16="http://schemas.microsoft.com/office/drawing/2014/main" id="{0CACAB56-5973-15A1-1467-E1BA4FEB5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8E90A0-CA18-8034-C5F2-55E3F999B821}"/>
              </a:ext>
            </a:extLst>
          </p:cNvPr>
          <p:cNvSpPr>
            <a:spLocks noGrp="1"/>
          </p:cNvSpPr>
          <p:nvPr>
            <p:ph type="sldNum" sz="quarter" idx="12"/>
          </p:nvPr>
        </p:nvSpPr>
        <p:spPr/>
        <p:txBody>
          <a:bodyPr/>
          <a:lstStyle/>
          <a:p>
            <a:fld id="{A8E37933-27E2-456F-8A3B-E24C65842852}" type="slidenum">
              <a:rPr lang="en-US" smtClean="0"/>
              <a:t>‹#›</a:t>
            </a:fld>
            <a:endParaRPr lang="en-US"/>
          </a:p>
        </p:txBody>
      </p:sp>
    </p:spTree>
    <p:extLst>
      <p:ext uri="{BB962C8B-B14F-4D97-AF65-F5344CB8AC3E}">
        <p14:creationId xmlns:p14="http://schemas.microsoft.com/office/powerpoint/2010/main" val="4226646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DC70E2-3B92-BEF1-B483-2CA16F7E00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41FE8A-F391-6590-D633-10336BC3D3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4B834-5507-2349-DB89-8868ED9A7D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62351E-950A-4D75-AC28-4CB7124F18EA}" type="datetimeFigureOut">
              <a:rPr lang="en-US" smtClean="0"/>
              <a:t>12/4/2025</a:t>
            </a:fld>
            <a:endParaRPr lang="en-US"/>
          </a:p>
        </p:txBody>
      </p:sp>
      <p:sp>
        <p:nvSpPr>
          <p:cNvPr id="5" name="Footer Placeholder 4">
            <a:extLst>
              <a:ext uri="{FF2B5EF4-FFF2-40B4-BE49-F238E27FC236}">
                <a16:creationId xmlns:a16="http://schemas.microsoft.com/office/drawing/2014/main" id="{76B1420D-0033-EC64-ED55-C0A9034F21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E14F94-9624-20A7-27CB-6ED285C712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E37933-27E2-456F-8A3B-E24C65842852}" type="slidenum">
              <a:rPr lang="en-US" smtClean="0"/>
              <a:t>‹#›</a:t>
            </a:fld>
            <a:endParaRPr lang="en-US"/>
          </a:p>
        </p:txBody>
      </p:sp>
    </p:spTree>
    <p:extLst>
      <p:ext uri="{BB962C8B-B14F-4D97-AF65-F5344CB8AC3E}">
        <p14:creationId xmlns:p14="http://schemas.microsoft.com/office/powerpoint/2010/main" val="646021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F371FC-1CAF-7BE9-B776-45BA46726F90}"/>
              </a:ext>
            </a:extLst>
          </p:cNvPr>
          <p:cNvSpPr>
            <a:spLocks noGrp="1"/>
          </p:cNvSpPr>
          <p:nvPr>
            <p:ph type="ctrTitle"/>
          </p:nvPr>
        </p:nvSpPr>
        <p:spPr>
          <a:xfrm>
            <a:off x="808638" y="386930"/>
            <a:ext cx="9236700" cy="1240702"/>
          </a:xfrm>
        </p:spPr>
        <p:txBody>
          <a:bodyPr vert="horz" lIns="91440" tIns="45720" rIns="91440" bIns="45720" rtlCol="0" anchor="b">
            <a:noAutofit/>
          </a:bodyPr>
          <a:lstStyle/>
          <a:p>
            <a:pPr algn="l"/>
            <a:br>
              <a:rPr lang="en-US" sz="3800" kern="1200" dirty="0">
                <a:solidFill>
                  <a:schemeClr val="tx1"/>
                </a:solidFill>
                <a:latin typeface="Arial" panose="020B0604020202020204" pitchFamily="34" charset="0"/>
                <a:cs typeface="Arial" panose="020B0604020202020204" pitchFamily="34" charset="0"/>
              </a:rPr>
            </a:br>
            <a:r>
              <a:rPr lang="en-US" sz="3800" kern="1200" dirty="0">
                <a:solidFill>
                  <a:schemeClr val="tx1"/>
                </a:solidFill>
                <a:latin typeface="Arial" panose="020B0604020202020204" pitchFamily="34" charset="0"/>
                <a:cs typeface="Arial" panose="020B0604020202020204" pitchFamily="34" charset="0"/>
              </a:rPr>
              <a:t>1.0 Problem identification</a:t>
            </a:r>
            <a:br>
              <a:rPr lang="en-US" sz="3800" kern="1200" dirty="0">
                <a:solidFill>
                  <a:schemeClr val="tx1"/>
                </a:solidFill>
                <a:latin typeface="Arial" panose="020B0604020202020204" pitchFamily="34" charset="0"/>
                <a:cs typeface="Arial" panose="020B0604020202020204" pitchFamily="34" charset="0"/>
              </a:rPr>
            </a:br>
            <a:endParaRPr lang="en-US" sz="3800" kern="1200" dirty="0">
              <a:solidFill>
                <a:schemeClr val="tx1"/>
              </a:solidFill>
              <a:latin typeface="Arial" panose="020B0604020202020204" pitchFamily="34" charset="0"/>
              <a:cs typeface="Arial" panose="020B0604020202020204" pitchFamily="34" charset="0"/>
            </a:endParaRP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A464F51F-EFC3-891A-B011-CEE708700F97}"/>
              </a:ext>
            </a:extLst>
          </p:cNvPr>
          <p:cNvSpPr>
            <a:spLocks noGrp="1"/>
          </p:cNvSpPr>
          <p:nvPr>
            <p:ph type="subTitle" idx="1"/>
          </p:nvPr>
        </p:nvSpPr>
        <p:spPr>
          <a:xfrm>
            <a:off x="793660" y="2984778"/>
            <a:ext cx="10444316" cy="3278861"/>
          </a:xfrm>
        </p:spPr>
        <p:txBody>
          <a:bodyPr vert="horz" lIns="91440" tIns="45720" rIns="91440" bIns="45720" rtlCol="0" anchor="ctr">
            <a:noAutofit/>
          </a:bodyPr>
          <a:lstStyle/>
          <a:p>
            <a:pPr algn="l"/>
            <a:endParaRPr lang="en-US" sz="1800" b="1" dirty="0">
              <a:latin typeface="Arial" panose="020B0604020202020204" pitchFamily="34" charset="0"/>
              <a:cs typeface="Arial" panose="020B0604020202020204" pitchFamily="34" charset="0"/>
            </a:endParaRPr>
          </a:p>
          <a:p>
            <a:pPr indent="-228600" algn="l">
              <a:buFont typeface="Arial" panose="020B0604020202020204" pitchFamily="34" charset="0"/>
              <a:buChar char="•"/>
            </a:pPr>
            <a:endParaRPr lang="en-US" sz="1800" b="1" dirty="0">
              <a:latin typeface="Arial" panose="020B0604020202020204" pitchFamily="34" charset="0"/>
              <a:cs typeface="Arial" panose="020B0604020202020204" pitchFamily="34" charset="0"/>
            </a:endParaRPr>
          </a:p>
          <a:p>
            <a:pPr indent="-228600" algn="l">
              <a:buFont typeface="Arial" panose="020B0604020202020204" pitchFamily="34" charset="0"/>
              <a:buChar char="•"/>
            </a:pPr>
            <a:endParaRPr lang="en-US" sz="1800" b="1" dirty="0">
              <a:latin typeface="Arial" panose="020B0604020202020204" pitchFamily="34" charset="0"/>
              <a:cs typeface="Arial" panose="020B0604020202020204" pitchFamily="34" charset="0"/>
            </a:endParaRPr>
          </a:p>
          <a:p>
            <a:pPr algn="l"/>
            <a:r>
              <a:rPr lang="en-US" sz="2000" b="1" dirty="0">
                <a:latin typeface="Arial" panose="020B0604020202020204" pitchFamily="34" charset="0"/>
                <a:cs typeface="Arial" panose="020B0604020202020204" pitchFamily="34" charset="0"/>
              </a:rPr>
              <a:t>1.0.1 Hypothesis:</a:t>
            </a:r>
          </a:p>
          <a:p>
            <a:pPr algn="just"/>
            <a:r>
              <a:rPr lang="en-US" sz="2000" dirty="0">
                <a:latin typeface="Arial" panose="020B0604020202020204" pitchFamily="34" charset="0"/>
                <a:cs typeface="Arial" panose="020B0604020202020204" pitchFamily="34" charset="0"/>
              </a:rPr>
              <a:t>Big Mountain Resort's recent investment has resulted in a $1,540,000 increase in seasonal operating costs. To improve the company’s bottom line, the resort plans to develop a more efficient ticketing system and aims to reduce expenses by 20% within the next fiscal year</a:t>
            </a:r>
            <a:r>
              <a:rPr lang="en-US" sz="2000" b="1" dirty="0">
                <a:latin typeface="Arial" panose="020B0604020202020204" pitchFamily="34" charset="0"/>
                <a:cs typeface="Arial" panose="020B0604020202020204" pitchFamily="34" charset="0"/>
              </a:rPr>
              <a:t>.</a:t>
            </a:r>
          </a:p>
          <a:p>
            <a:pPr algn="just"/>
            <a:r>
              <a:rPr lang="en-US" sz="2000" b="1" dirty="0">
                <a:latin typeface="Arial" panose="020B0604020202020204" pitchFamily="34" charset="0"/>
                <a:cs typeface="Arial" panose="020B0604020202020204" pitchFamily="34" charset="0"/>
              </a:rPr>
              <a:t> </a:t>
            </a:r>
          </a:p>
          <a:p>
            <a:pPr algn="l"/>
            <a:r>
              <a:rPr lang="en-US" sz="2000" b="1" dirty="0">
                <a:latin typeface="Arial" panose="020B0604020202020204" pitchFamily="34" charset="0"/>
                <a:cs typeface="Arial" panose="020B0604020202020204" pitchFamily="34" charset="0"/>
              </a:rPr>
              <a:t>1.0.2 Definition:</a:t>
            </a:r>
          </a:p>
          <a:p>
            <a:pPr algn="just"/>
            <a:r>
              <a:rPr lang="en-US" sz="2000" dirty="0">
                <a:latin typeface="Arial" panose="020B0604020202020204" pitchFamily="34" charset="0"/>
                <a:cs typeface="Arial" panose="020B0604020202020204" pitchFamily="34" charset="0"/>
              </a:rPr>
              <a:t>Big Mountain Resort is a ski resort that offers breathtaking views of Glacier National Park and Flathead National Forest, with access to 105 trails. The ski resort is in Montana, with annual visitors of about 350,000 people. The company’s investment in an additional chair lift will provide a more comfortable skiing experience by dispersing the skiers more evenly across the mountain, which could positively impact operating costs. Management has assigned a team to develop data-driven strategies aimed at increasing revenue and improving market profitability this year. </a:t>
            </a:r>
          </a:p>
          <a:p>
            <a:pPr indent="-228600" algn="l">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indent="-228600" algn="l">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indent="-228600" algn="l">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indent="-228600" algn="l">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indent="-228600" algn="l">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8032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7D73C0-FAF0-F2FA-3788-CFE51C10E8CB}"/>
              </a:ext>
            </a:extLst>
          </p:cNvPr>
          <p:cNvSpPr>
            <a:spLocks noGrp="1"/>
          </p:cNvSpPr>
          <p:nvPr>
            <p:ph type="title"/>
          </p:nvPr>
        </p:nvSpPr>
        <p:spPr>
          <a:xfrm>
            <a:off x="808638" y="386930"/>
            <a:ext cx="9236700" cy="1188950"/>
          </a:xfrm>
        </p:spPr>
        <p:txBody>
          <a:bodyPr anchor="b">
            <a:normAutofit/>
          </a:bodyPr>
          <a:lstStyle/>
          <a:p>
            <a:r>
              <a:rPr lang="en-US" sz="3800" dirty="0">
                <a:latin typeface="Arial" panose="020B0604020202020204" pitchFamily="34" charset="0"/>
                <a:cs typeface="Arial" panose="020B0604020202020204" pitchFamily="34" charset="0"/>
              </a:rPr>
              <a:t>2.0 Recommendation and key findings</a:t>
            </a:r>
            <a:br>
              <a:rPr lang="en-US" sz="3800" dirty="0">
                <a:latin typeface="Arial" panose="020B0604020202020204" pitchFamily="34" charset="0"/>
                <a:cs typeface="Arial" panose="020B0604020202020204" pitchFamily="34" charset="0"/>
              </a:rPr>
            </a:br>
            <a:endParaRPr lang="en-US" sz="3800" dirty="0">
              <a:latin typeface="Arial" panose="020B0604020202020204" pitchFamily="34" charset="0"/>
              <a:cs typeface="Arial" panose="020B0604020202020204" pitchFamily="34" charset="0"/>
            </a:endParaRP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BC4FEE4-5076-C11F-730B-E1C0927E62A9}"/>
              </a:ext>
            </a:extLst>
          </p:cNvPr>
          <p:cNvSpPr>
            <a:spLocks noGrp="1"/>
          </p:cNvSpPr>
          <p:nvPr>
            <p:ph idx="1"/>
          </p:nvPr>
        </p:nvSpPr>
        <p:spPr>
          <a:xfrm>
            <a:off x="793660" y="2599509"/>
            <a:ext cx="10143668" cy="3435531"/>
          </a:xfrm>
        </p:spPr>
        <p:txBody>
          <a:bodyPr anchor="ctr">
            <a:normAutofit/>
          </a:bodyPr>
          <a:lstStyle/>
          <a:p>
            <a:pPr marL="0" indent="0" algn="just">
              <a:buNone/>
            </a:pPr>
            <a:r>
              <a:rPr lang="en-GB" sz="2000" dirty="0">
                <a:latin typeface="Arial" panose="020B0604020202020204" pitchFamily="34" charset="0"/>
                <a:cs typeface="Arial" panose="020B0604020202020204" pitchFamily="34" charset="0"/>
              </a:rPr>
              <a:t>The ski resort data was used in four major steps of the project: Data Wrangling, Exploratory Data Analysis, Pre-Processing &amp; Training, and finally, modeling the data. </a:t>
            </a:r>
          </a:p>
          <a:p>
            <a:pPr marL="0" indent="0" algn="just">
              <a:buNone/>
            </a:pPr>
            <a:r>
              <a:rPr lang="en-GB" sz="2000" dirty="0">
                <a:latin typeface="Arial" panose="020B0604020202020204" pitchFamily="34" charset="0"/>
                <a:cs typeface="Arial" panose="020B0604020202020204" pitchFamily="34" charset="0"/>
              </a:rPr>
              <a:t>Under the data wrangling step, I cleaned and transformed the data into an analysis-ready format. </a:t>
            </a:r>
          </a:p>
          <a:p>
            <a:pPr marL="0" indent="0" algn="just">
              <a:buNone/>
            </a:pPr>
            <a:r>
              <a:rPr lang="en-GB" sz="2000" dirty="0">
                <a:latin typeface="Arial" panose="020B0604020202020204" pitchFamily="34" charset="0"/>
                <a:cs typeface="Arial" panose="020B0604020202020204" pitchFamily="34" charset="0"/>
              </a:rPr>
              <a:t>In the second step, feature engineering was performed by merging state summary features into the ski resort data and visualizing high-dimensional data using PCA. </a:t>
            </a:r>
          </a:p>
          <a:p>
            <a:pPr marL="0" indent="0" algn="just">
              <a:buNone/>
            </a:pPr>
            <a:r>
              <a:rPr lang="en-GB" sz="2000" dirty="0">
                <a:latin typeface="Arial" panose="020B0604020202020204" pitchFamily="34" charset="0"/>
                <a:cs typeface="Arial" panose="020B0604020202020204" pitchFamily="34" charset="0"/>
              </a:rPr>
              <a:t>In the pre-processing &amp; training step, I trained the data with machine learning models, linear regression, and random forest, and cross-validated. </a:t>
            </a:r>
          </a:p>
          <a:p>
            <a:pPr marL="0" indent="0" algn="just">
              <a:buNone/>
            </a:pPr>
            <a:r>
              <a:rPr lang="en-GB" sz="2000" dirty="0">
                <a:latin typeface="Arial" panose="020B0604020202020204" pitchFamily="34" charset="0"/>
                <a:cs typeface="Arial" panose="020B0604020202020204" pitchFamily="34" charset="0"/>
              </a:rPr>
              <a:t>Finally, I used the model to gain insight into what Big Mountain's ideal ticket price could be, and how that might change under various scenarios.</a:t>
            </a:r>
            <a:endParaRPr lang="en-US" sz="2000" dirty="0">
              <a:latin typeface="Arial" panose="020B0604020202020204" pitchFamily="34" charset="0"/>
              <a:cs typeface="Arial" panose="020B0604020202020204" pitchFamily="34" charset="0"/>
            </a:endParaRPr>
          </a:p>
          <a:p>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9499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1667BF-F264-FBF1-C6CB-BE1C8CBD876E}"/>
              </a:ext>
            </a:extLst>
          </p:cNvPr>
          <p:cNvSpPr>
            <a:spLocks noGrp="1"/>
          </p:cNvSpPr>
          <p:nvPr>
            <p:ph type="title"/>
          </p:nvPr>
        </p:nvSpPr>
        <p:spPr>
          <a:xfrm>
            <a:off x="793662" y="386930"/>
            <a:ext cx="10066122" cy="1298448"/>
          </a:xfrm>
        </p:spPr>
        <p:txBody>
          <a:bodyPr anchor="b">
            <a:normAutofit/>
          </a:bodyPr>
          <a:lstStyle/>
          <a:p>
            <a:r>
              <a:rPr lang="en-US" sz="3800" dirty="0">
                <a:latin typeface="Arial" panose="020B0604020202020204" pitchFamily="34" charset="0"/>
                <a:cs typeface="Arial" panose="020B0604020202020204" pitchFamily="34" charset="0"/>
              </a:rPr>
              <a:t>3.0 Modeling results and analysis</a:t>
            </a:r>
            <a:br>
              <a:rPr lang="en-US" sz="3800" dirty="0">
                <a:latin typeface="Arial" panose="020B0604020202020204" pitchFamily="34" charset="0"/>
                <a:cs typeface="Arial" panose="020B0604020202020204" pitchFamily="34" charset="0"/>
              </a:rPr>
            </a:br>
            <a:endParaRPr lang="en-US" sz="3800" dirty="0">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A7E8CF2-B98D-3BF7-7359-16D91611ACEB}"/>
              </a:ext>
            </a:extLst>
          </p:cNvPr>
          <p:cNvSpPr>
            <a:spLocks noGrp="1"/>
          </p:cNvSpPr>
          <p:nvPr>
            <p:ph idx="1"/>
          </p:nvPr>
        </p:nvSpPr>
        <p:spPr>
          <a:xfrm>
            <a:off x="793661" y="2599509"/>
            <a:ext cx="4958534" cy="3639450"/>
          </a:xfrm>
        </p:spPr>
        <p:txBody>
          <a:bodyPr anchor="ctr">
            <a:normAutofit/>
          </a:bodyPr>
          <a:lstStyle/>
          <a:p>
            <a:pPr marL="0" indent="0">
              <a:buNone/>
            </a:pPr>
            <a:r>
              <a:rPr lang="en-GB" sz="1400" b="1" dirty="0">
                <a:latin typeface="Arial" panose="020B0604020202020204" pitchFamily="34" charset="0"/>
                <a:cs typeface="Arial" panose="020B0604020202020204" pitchFamily="34" charset="0"/>
              </a:rPr>
              <a:t>3.0.1 Data Wrangling:</a:t>
            </a:r>
            <a:endParaRPr lang="en-US" sz="1400" dirty="0">
              <a:latin typeface="Arial" panose="020B0604020202020204" pitchFamily="34" charset="0"/>
              <a:cs typeface="Arial" panose="020B0604020202020204" pitchFamily="34" charset="0"/>
            </a:endParaRPr>
          </a:p>
          <a:p>
            <a:pPr marL="0" indent="0" algn="just">
              <a:buNone/>
            </a:pPr>
            <a:r>
              <a:rPr lang="en-US" sz="1400" dirty="0">
                <a:latin typeface="Arial" panose="020B0604020202020204" pitchFamily="34" charset="0"/>
                <a:cs typeface="Arial" panose="020B0604020202020204" pitchFamily="34" charset="0"/>
              </a:rPr>
              <a:t>I meticulously cleaned and prepared the ski resort dataset for in-depth analysis. The dataset contained 330 rows and </a:t>
            </a:r>
            <a:r>
              <a:rPr lang="en-GB" sz="1400" dirty="0">
                <a:latin typeface="Arial" panose="020B0604020202020204" pitchFamily="34" charset="0"/>
                <a:cs typeface="Arial" panose="020B0604020202020204" pitchFamily="34" charset="0"/>
              </a:rPr>
              <a:t>27 columns</a:t>
            </a:r>
            <a:r>
              <a:rPr lang="en-US" sz="1400" dirty="0">
                <a:latin typeface="Arial" panose="020B0604020202020204" pitchFamily="34" charset="0"/>
                <a:cs typeface="Arial" panose="020B0604020202020204" pitchFamily="34" charset="0"/>
              </a:rPr>
              <a:t>, each featuring various attributes. Upon reviewing the data, I discovered that several columns had missing values. Approximately 14% of the rows in the dataset were missing price information. During my review of the price columns, I noticed that some resorts were missing both weekday and weekend ticket prices. I decided to keep only the rows that included weekend prices (AdultWeekend), as these had fewer missing values compared to weekday prices. After removing the rows with missing or incorrect values, the dataset was reduced to 277 rows and </a:t>
            </a:r>
            <a:r>
              <a:rPr lang="en-GB" sz="1400" dirty="0">
                <a:latin typeface="Arial" panose="020B0604020202020204" pitchFamily="34" charset="0"/>
                <a:cs typeface="Arial" panose="020B0604020202020204" pitchFamily="34" charset="0"/>
              </a:rPr>
              <a:t>25 columns</a:t>
            </a:r>
            <a:r>
              <a:rPr lang="en-US" sz="1400" dirty="0">
                <a:latin typeface="Arial" panose="020B0604020202020204" pitchFamily="34" charset="0"/>
                <a:cs typeface="Arial" panose="020B0604020202020204" pitchFamily="34" charset="0"/>
              </a:rPr>
              <a:t>. I saved the cleaned ski data and state summary files separately to prevent overwriting the original data. </a:t>
            </a:r>
          </a:p>
          <a:p>
            <a:pPr marL="0" indent="0">
              <a:buNone/>
            </a:pPr>
            <a:r>
              <a:rPr lang="en-GB" sz="1400" dirty="0">
                <a:latin typeface="Arial" panose="020B0604020202020204" pitchFamily="34" charset="0"/>
                <a:cs typeface="Arial" panose="020B0604020202020204" pitchFamily="34" charset="0"/>
              </a:rPr>
              <a:t>1.1 Figure on the right illustrates ticket prices, categorized by weekday and weekend.</a:t>
            </a:r>
          </a:p>
        </p:txBody>
      </p:sp>
      <p:pic>
        <p:nvPicPr>
          <p:cNvPr id="6" name="Picture 5">
            <a:extLst>
              <a:ext uri="{FF2B5EF4-FFF2-40B4-BE49-F238E27FC236}">
                <a16:creationId xmlns:a16="http://schemas.microsoft.com/office/drawing/2014/main" id="{BF0E984B-7048-B1AA-C1BC-7CAA67792AA7}"/>
              </a:ext>
            </a:extLst>
          </p:cNvPr>
          <p:cNvPicPr>
            <a:picLocks noChangeAspect="1"/>
          </p:cNvPicPr>
          <p:nvPr/>
        </p:nvPicPr>
        <p:blipFill>
          <a:blip r:embed="rId2"/>
          <a:stretch>
            <a:fillRect/>
          </a:stretch>
        </p:blipFill>
        <p:spPr>
          <a:xfrm>
            <a:off x="5911532" y="3311321"/>
            <a:ext cx="5150277" cy="2060112"/>
          </a:xfrm>
          <a:prstGeom prst="rect">
            <a:avLst/>
          </a:prstGeom>
        </p:spPr>
      </p:pic>
      <p:sp>
        <p:nvSpPr>
          <p:cNvPr id="65" name="Rectangle 6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7270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9" name="Rectangle 98">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0" name="Group 99">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0" name="Rectangle 2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 name="Rectangle 10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5E5B1A4-5C7D-80C8-14C5-3723693F4EF6}"/>
              </a:ext>
            </a:extLst>
          </p:cNvPr>
          <p:cNvSpPr>
            <a:spLocks noGrp="1"/>
          </p:cNvSpPr>
          <p:nvPr>
            <p:ph idx="1"/>
          </p:nvPr>
        </p:nvSpPr>
        <p:spPr>
          <a:xfrm>
            <a:off x="590719" y="2330505"/>
            <a:ext cx="5278066" cy="3979585"/>
          </a:xfrm>
        </p:spPr>
        <p:txBody>
          <a:bodyPr anchor="ctr">
            <a:normAutofit/>
          </a:bodyPr>
          <a:lstStyle/>
          <a:p>
            <a:pPr marL="0" indent="0">
              <a:buNone/>
            </a:pPr>
            <a:r>
              <a:rPr lang="en-GB" sz="1400" b="1" dirty="0">
                <a:latin typeface="Arial" panose="020B0604020202020204" pitchFamily="34" charset="0"/>
                <a:cs typeface="Arial" panose="020B0604020202020204" pitchFamily="34" charset="0"/>
              </a:rPr>
              <a:t>3.0.2 Exploratory Data Analysis:</a:t>
            </a:r>
            <a:endParaRPr lang="en-US" sz="1400" dirty="0">
              <a:latin typeface="Arial" panose="020B0604020202020204" pitchFamily="34" charset="0"/>
              <a:cs typeface="Arial" panose="020B0604020202020204" pitchFamily="34" charset="0"/>
            </a:endParaRPr>
          </a:p>
          <a:p>
            <a:pPr marL="0" indent="0" algn="just">
              <a:buNone/>
            </a:pPr>
            <a:r>
              <a:rPr lang="en-GB" sz="1400" dirty="0">
                <a:latin typeface="Arial" panose="020B0604020202020204" pitchFamily="34" charset="0"/>
                <a:cs typeface="Arial" panose="020B0604020202020204" pitchFamily="34" charset="0"/>
              </a:rPr>
              <a:t>In this Exploratory Data Analysis, I examined both numerical and categorical features within the dataset. I noticed variations in ski ticket prices related to resort characteristics rather than state-specific patterns. The Principal Component Analysis was used on the key factors influencing prices, including vertical drop, the number of fastQuad lifts, available runs, and total chairlifts. This is done by scaling the data, fitting the PCA transformation to learn the transformation from the data, and applying the transformation to the data to create the derived features. In summary, I chose AdultWeekend as the target variable for modeling and ensured that all states are treated equally while also including important ratios that reflect state-level differences. I also produced a feature engineering heatmap and scatterplots of numeric features against the ticket price. </a:t>
            </a:r>
          </a:p>
          <a:p>
            <a:pPr marL="0" indent="0">
              <a:buNone/>
            </a:pPr>
            <a:r>
              <a:rPr lang="en-US" sz="1400" dirty="0">
                <a:latin typeface="Arial" panose="020B0604020202020204" pitchFamily="34" charset="0"/>
                <a:cs typeface="Arial" panose="020B0604020202020204" pitchFamily="34" charset="0"/>
              </a:rPr>
              <a:t>1.2 Figure on the top right side shows the scatterplots of numeric features against ticket prices  </a:t>
            </a:r>
          </a:p>
          <a:p>
            <a:pPr marL="0" indent="0">
              <a:buNone/>
            </a:pPr>
            <a:r>
              <a:rPr lang="en-US" sz="1400" dirty="0">
                <a:latin typeface="Arial" panose="020B0604020202020204" pitchFamily="34" charset="0"/>
                <a:cs typeface="Arial" panose="020B0604020202020204" pitchFamily="34" charset="0"/>
              </a:rPr>
              <a:t>1.3 Figure on the bottom right displays a correlation heatmap.</a:t>
            </a:r>
          </a:p>
          <a:p>
            <a:endParaRPr lang="en-US" sz="1400" dirty="0">
              <a:latin typeface="Arial" panose="020B0604020202020204" pitchFamily="34" charset="0"/>
              <a:cs typeface="Arial" panose="020B0604020202020204" pitchFamily="34" charset="0"/>
            </a:endParaRPr>
          </a:p>
        </p:txBody>
      </p:sp>
      <p:sp>
        <p:nvSpPr>
          <p:cNvPr id="103" name="Rectangle 10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80;p17" descr="A group of blue dots&#10;&#10;AI-generated content may be incorrect.">
            <a:extLst>
              <a:ext uri="{FF2B5EF4-FFF2-40B4-BE49-F238E27FC236}">
                <a16:creationId xmlns:a16="http://schemas.microsoft.com/office/drawing/2014/main" id="{1D044064-D6AE-479B-3FC9-85088A4DCEB1}"/>
              </a:ext>
            </a:extLst>
          </p:cNvPr>
          <p:cNvPicPr preferRelativeResize="0"/>
          <p:nvPr/>
        </p:nvPicPr>
        <p:blipFill>
          <a:blip r:embed="rId2"/>
          <a:stretch>
            <a:fillRect/>
          </a:stretch>
        </p:blipFill>
        <p:spPr>
          <a:xfrm>
            <a:off x="7083423" y="620982"/>
            <a:ext cx="4397433" cy="2440575"/>
          </a:xfrm>
          <a:prstGeom prst="rect">
            <a:avLst/>
          </a:prstGeom>
          <a:noFill/>
        </p:spPr>
      </p:pic>
      <p:sp>
        <p:nvSpPr>
          <p:cNvPr id="105" name="Rectangle 104">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81;p17" descr="A close-up of a grid&#10;&#10;AI-generated content may be incorrect.">
            <a:extLst>
              <a:ext uri="{FF2B5EF4-FFF2-40B4-BE49-F238E27FC236}">
                <a16:creationId xmlns:a16="http://schemas.microsoft.com/office/drawing/2014/main" id="{52F21974-6125-B79D-64E3-9622C9EE9B31}"/>
              </a:ext>
            </a:extLst>
          </p:cNvPr>
          <p:cNvPicPr preferRelativeResize="0"/>
          <p:nvPr/>
        </p:nvPicPr>
        <p:blipFill>
          <a:blip r:embed="rId3"/>
          <a:stretch>
            <a:fillRect/>
          </a:stretch>
        </p:blipFill>
        <p:spPr>
          <a:xfrm>
            <a:off x="8050166" y="3707894"/>
            <a:ext cx="2462083" cy="2518756"/>
          </a:xfrm>
          <a:prstGeom prst="rect">
            <a:avLst/>
          </a:prstGeom>
          <a:noFill/>
        </p:spPr>
      </p:pic>
    </p:spTree>
    <p:extLst>
      <p:ext uri="{BB962C8B-B14F-4D97-AF65-F5344CB8AC3E}">
        <p14:creationId xmlns:p14="http://schemas.microsoft.com/office/powerpoint/2010/main" val="2107840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9281816-853E-D765-672E-40C18AD1CA37}"/>
              </a:ext>
            </a:extLst>
          </p:cNvPr>
          <p:cNvSpPr>
            <a:spLocks noGrp="1"/>
          </p:cNvSpPr>
          <p:nvPr>
            <p:ph idx="1"/>
          </p:nvPr>
        </p:nvSpPr>
        <p:spPr>
          <a:xfrm>
            <a:off x="793661" y="2599509"/>
            <a:ext cx="4807510" cy="3639450"/>
          </a:xfrm>
        </p:spPr>
        <p:txBody>
          <a:bodyPr anchor="ctr">
            <a:noAutofit/>
          </a:bodyPr>
          <a:lstStyle/>
          <a:p>
            <a:pPr marL="0" indent="0">
              <a:buNone/>
            </a:pPr>
            <a:r>
              <a:rPr lang="en-US" sz="1400" b="1" dirty="0">
                <a:latin typeface="Arial" panose="020B0604020202020204" pitchFamily="34" charset="0"/>
                <a:cs typeface="Arial" panose="020B0604020202020204" pitchFamily="34" charset="0"/>
              </a:rPr>
              <a:t>3.0.3 Pre-Processing &amp; Training:</a:t>
            </a:r>
            <a:endParaRPr lang="en-US" sz="1400" dirty="0">
              <a:latin typeface="Arial" panose="020B0604020202020204" pitchFamily="34" charset="0"/>
              <a:cs typeface="Arial" panose="020B0604020202020204" pitchFamily="34" charset="0"/>
            </a:endParaRPr>
          </a:p>
          <a:p>
            <a:pPr marL="0" indent="0">
              <a:buNone/>
            </a:pPr>
            <a:r>
              <a:rPr lang="en-GB" sz="1400" dirty="0">
                <a:latin typeface="Arial" panose="020B0604020202020204" pitchFamily="34" charset="0"/>
                <a:cs typeface="Arial" panose="020B0604020202020204" pitchFamily="34" charset="0"/>
              </a:rPr>
              <a:t>Under this exercise, I began by using sklearn to build a machine learning model, starting with the simplest approach that utilizes the mean value as a predictor. I initially employed a 70/30 train/test split to divide the data into a training set and a testing set. To assess how effectively the mean acts as a predictor, I used the training sets, X_train and y_train, and compared them with sklearn’s DummyRegressor. The Metrics module offers various methods to evaluate how closely one set of values aligns with another or how well it explains the actual values. Additionally, I utilized sklearn's pipeline feature to combine imputation, scaling, and model training into a single step. Ultimately, I evaluated performance using cross-validation with the Random Forest model, which showed lower absolute error and less variability.</a:t>
            </a:r>
          </a:p>
          <a:p>
            <a:pPr marL="0" indent="0">
              <a:buNone/>
            </a:pPr>
            <a:r>
              <a:rPr lang="en-US" sz="1400" dirty="0">
                <a:latin typeface="Arial" panose="020B0604020202020204" pitchFamily="34" charset="0"/>
                <a:cs typeface="Arial" panose="020B0604020202020204" pitchFamily="34" charset="0"/>
              </a:rPr>
              <a:t>1.4 Figure to the right illustrates feature importances from the best random forest regressor.</a:t>
            </a: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p:txBody>
      </p:sp>
      <p:pic>
        <p:nvPicPr>
          <p:cNvPr id="4" name="image5.png" descr="A graph with blue and black text&#10;&#10;AI-generated content may be incorrect.">
            <a:extLst>
              <a:ext uri="{FF2B5EF4-FFF2-40B4-BE49-F238E27FC236}">
                <a16:creationId xmlns:a16="http://schemas.microsoft.com/office/drawing/2014/main" id="{62E839B7-9FB4-F071-8EF9-3F3C4C3BC568}"/>
              </a:ext>
            </a:extLst>
          </p:cNvPr>
          <p:cNvPicPr/>
          <p:nvPr/>
        </p:nvPicPr>
        <p:blipFill>
          <a:blip r:embed="rId2"/>
          <a:stretch>
            <a:fillRect/>
          </a:stretch>
        </p:blipFill>
        <p:spPr>
          <a:xfrm>
            <a:off x="6098089" y="2484255"/>
            <a:ext cx="4777163" cy="3714244"/>
          </a:xfrm>
          <a:prstGeom prst="rect">
            <a:avLst/>
          </a:prstGeom>
        </p:spPr>
      </p:pic>
      <p:sp>
        <p:nvSpPr>
          <p:cNvPr id="29" name="Rectangle 2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1453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E8A0A8B-094F-190D-0B21-004D6C777011}"/>
              </a:ext>
            </a:extLst>
          </p:cNvPr>
          <p:cNvSpPr>
            <a:spLocks noGrp="1"/>
          </p:cNvSpPr>
          <p:nvPr>
            <p:ph idx="1"/>
          </p:nvPr>
        </p:nvSpPr>
        <p:spPr>
          <a:xfrm>
            <a:off x="793661" y="2599509"/>
            <a:ext cx="4530898" cy="3639450"/>
          </a:xfrm>
        </p:spPr>
        <p:txBody>
          <a:bodyPr anchor="ctr">
            <a:normAutofit/>
          </a:bodyPr>
          <a:lstStyle/>
          <a:p>
            <a:pPr marL="0" indent="0">
              <a:buNone/>
            </a:pPr>
            <a:r>
              <a:rPr lang="en-GB" sz="1400" b="1" dirty="0">
                <a:latin typeface="Arial" panose="020B0604020202020204" pitchFamily="34" charset="0"/>
                <a:cs typeface="Arial" panose="020B0604020202020204" pitchFamily="34" charset="0"/>
              </a:rPr>
              <a:t>3.0.4 Modeling:</a:t>
            </a:r>
            <a:endParaRPr lang="en-US" sz="1400" dirty="0">
              <a:latin typeface="Arial" panose="020B0604020202020204" pitchFamily="34" charset="0"/>
              <a:cs typeface="Arial" panose="020B0604020202020204" pitchFamily="34" charset="0"/>
            </a:endParaRPr>
          </a:p>
          <a:p>
            <a:pPr marL="0" indent="0">
              <a:buNone/>
            </a:pPr>
            <a:r>
              <a:rPr lang="en-GB" sz="1400" dirty="0">
                <a:latin typeface="Arial" panose="020B0604020202020204" pitchFamily="34" charset="0"/>
                <a:cs typeface="Arial" panose="020B0604020202020204" pitchFamily="34" charset="0"/>
              </a:rPr>
              <a:t>Under this stage, I began analyzing the ski resort ticket price model to estimate suitable ticket prices for Big Mountain while examining how various resort parameters affect them. Four identified options based on modeling scenarios were developed: close ten (10) least-used runs, add a new run, add snowmaking coverage, and extend the longest ski run. Both prediction models show similar results, but the random forest model ranks the longest run feature lower than the linear model. </a:t>
            </a:r>
            <a:endParaRPr lang="en-US" sz="1400" dirty="0">
              <a:latin typeface="Arial" panose="020B0604020202020204" pitchFamily="34" charset="0"/>
              <a:cs typeface="Arial" panose="020B0604020202020204" pitchFamily="34" charset="0"/>
            </a:endParaRPr>
          </a:p>
          <a:p>
            <a:pPr marL="0" indent="0">
              <a:buNone/>
            </a:pPr>
            <a:r>
              <a:rPr lang="en-GB" sz="1400" dirty="0">
                <a:latin typeface="Arial" panose="020B0604020202020204" pitchFamily="34" charset="0"/>
                <a:cs typeface="Arial" panose="020B0604020202020204" pitchFamily="34" charset="0"/>
              </a:rPr>
              <a:t>1.4 Figure on the right illustrates the distribution of adult weekend ticket prices for resorts in the market shares, highlighting Big Mountain’s price point.</a:t>
            </a:r>
            <a:endParaRPr lang="en-US" sz="14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p:txBody>
      </p:sp>
      <p:pic>
        <p:nvPicPr>
          <p:cNvPr id="4" name="Google Shape;93;p19">
            <a:extLst>
              <a:ext uri="{FF2B5EF4-FFF2-40B4-BE49-F238E27FC236}">
                <a16:creationId xmlns:a16="http://schemas.microsoft.com/office/drawing/2014/main" id="{CF762789-D6DB-3EDD-59FF-6586656E9850}"/>
              </a:ext>
            </a:extLst>
          </p:cNvPr>
          <p:cNvPicPr preferRelativeResize="0"/>
          <p:nvPr/>
        </p:nvPicPr>
        <p:blipFill>
          <a:blip r:embed="rId2"/>
          <a:stretch>
            <a:fillRect/>
          </a:stretch>
        </p:blipFill>
        <p:spPr>
          <a:xfrm>
            <a:off x="5911532" y="2912175"/>
            <a:ext cx="5150277" cy="2858403"/>
          </a:xfrm>
          <a:prstGeom prst="rect">
            <a:avLst/>
          </a:prstGeom>
          <a:noFill/>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3590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F212E7-A9D5-CC8D-3930-768B32645F49}"/>
              </a:ext>
            </a:extLst>
          </p:cNvPr>
          <p:cNvSpPr>
            <a:spLocks noGrp="1"/>
          </p:cNvSpPr>
          <p:nvPr>
            <p:ph type="title"/>
          </p:nvPr>
        </p:nvSpPr>
        <p:spPr>
          <a:xfrm>
            <a:off x="808638" y="386930"/>
            <a:ext cx="9236700" cy="1188950"/>
          </a:xfrm>
        </p:spPr>
        <p:txBody>
          <a:bodyPr anchor="b">
            <a:normAutofit/>
          </a:bodyPr>
          <a:lstStyle/>
          <a:p>
            <a:r>
              <a:rPr lang="en-US" sz="3800" dirty="0">
                <a:latin typeface="Arial" panose="020B0604020202020204" pitchFamily="34" charset="0"/>
                <a:cs typeface="Arial" panose="020B0604020202020204" pitchFamily="34" charset="0"/>
              </a:rPr>
              <a:t>4.0 Summary and conclusion</a:t>
            </a:r>
            <a:br>
              <a:rPr lang="en-US" sz="3800" dirty="0">
                <a:latin typeface="Arial" panose="020B0604020202020204" pitchFamily="34" charset="0"/>
                <a:cs typeface="Arial" panose="020B0604020202020204" pitchFamily="34" charset="0"/>
              </a:rPr>
            </a:br>
            <a:endParaRPr lang="en-US" sz="3800" dirty="0">
              <a:latin typeface="Arial" panose="020B0604020202020204" pitchFamily="34" charset="0"/>
              <a:cs typeface="Arial" panose="020B0604020202020204" pitchFamily="34" charset="0"/>
            </a:endParaRP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338B1F1-7B29-7AE2-164F-8C9224ACC648}"/>
              </a:ext>
            </a:extLst>
          </p:cNvPr>
          <p:cNvSpPr>
            <a:spLocks noGrp="1"/>
          </p:cNvSpPr>
          <p:nvPr>
            <p:ph idx="1"/>
          </p:nvPr>
        </p:nvSpPr>
        <p:spPr>
          <a:xfrm>
            <a:off x="793660" y="2599509"/>
            <a:ext cx="10143668" cy="3435531"/>
          </a:xfrm>
        </p:spPr>
        <p:txBody>
          <a:bodyPr anchor="ctr">
            <a:normAutofit/>
          </a:bodyPr>
          <a:lstStyle/>
          <a:p>
            <a:pPr marL="0" indent="0">
              <a:buNone/>
            </a:pPr>
            <a:r>
              <a:rPr lang="en-GB" sz="2000" dirty="0">
                <a:latin typeface="Arial" panose="020B0604020202020204" pitchFamily="34" charset="0"/>
                <a:cs typeface="Arial" panose="020B0604020202020204" pitchFamily="34" charset="0"/>
              </a:rPr>
              <a:t>I was unable to conduct a thorough analysis </a:t>
            </a:r>
            <a:r>
              <a:rPr lang="en-US" sz="2000" dirty="0">
                <a:latin typeface="Arial" panose="020B0604020202020204" pitchFamily="34" charset="0"/>
                <a:cs typeface="Arial" panose="020B0604020202020204" pitchFamily="34" charset="0"/>
              </a:rPr>
              <a:t>of how to reduce operational costs due to limited data availability</a:t>
            </a:r>
            <a:r>
              <a:rPr lang="en-GB" sz="2000" dirty="0">
                <a:latin typeface="Arial" panose="020B0604020202020204" pitchFamily="34" charset="0"/>
                <a:cs typeface="Arial" panose="020B0604020202020204" pitchFamily="34" charset="0"/>
              </a:rPr>
              <a:t>, which was a significant limitation. To gain insights into Big Mountain Resort's potential pricing capabilities, I used our ski resort ticket pricing model. Additionally, I investigated how changes in various resort parameters could impact this pricing. This model serves as a valuable tool for business executives, allowing them to examine different scenarios by adjusting parameters and assessing potential outcomes for improved results.</a:t>
            </a:r>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4142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TotalTime>
  <Words>1012</Words>
  <Application>Microsoft Office PowerPoint</Application>
  <PresentationFormat>Widescreen</PresentationFormat>
  <Paragraphs>34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 1.0 Problem identification </vt:lpstr>
      <vt:lpstr>2.0 Recommendation and key findings </vt:lpstr>
      <vt:lpstr>3.0 Modeling results and analysis </vt:lpstr>
      <vt:lpstr>PowerPoint Presentation</vt:lpstr>
      <vt:lpstr>PowerPoint Presentation</vt:lpstr>
      <vt:lpstr>PowerPoint Presentation</vt:lpstr>
      <vt:lpstr>4.0 Summary and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ARKORFUL S. KOBINA EBO</dc:creator>
  <cp:lastModifiedBy>ARKORFUL S. KOBINA EBO</cp:lastModifiedBy>
  <cp:revision>1</cp:revision>
  <dcterms:created xsi:type="dcterms:W3CDTF">2025-12-04T02:10:06Z</dcterms:created>
  <dcterms:modified xsi:type="dcterms:W3CDTF">2025-12-04T19:20:07Z</dcterms:modified>
</cp:coreProperties>
</file>